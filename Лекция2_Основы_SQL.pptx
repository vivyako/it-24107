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68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5" r:id="rId29"/>
    <p:sldId id="286" r:id="rId30"/>
    <p:sldId id="283" r:id="rId31"/>
    <p:sldId id="284" r:id="rId32"/>
  </p:sldIdLst>
  <p:sldSz cx="12192000" cy="6858000"/>
  <p:notesSz cx="6797675" cy="9926638"/>
  <p:custDataLst>
    <p:tags r:id="rId34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pos="3840">
          <p15:clr>
            <a:srgbClr val="A4A3A4"/>
          </p15:clr>
        </p15:guide>
        <p15:guide id="4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Лапин Вячеслав Александрович ТУ" initials="ЛВАТ" lastIdx="7" clrIdx="0">
    <p:extLst>
      <p:ext uri="{19B8F6BF-5375-455C-9EA6-DF929625EA0E}">
        <p15:presenceInfo xmlns:p15="http://schemas.microsoft.com/office/powerpoint/2012/main" userId="S-1-5-21-2916640784-1408808472-2825091876-1646" providerId="AD"/>
      </p:ext>
    </p:extLst>
  </p:cmAuthor>
  <p:cmAuthor id="2" name="Гурская Татьяна Викторовна" initials="ГТВ" lastIdx="7" clrIdx="1">
    <p:extLst>
      <p:ext uri="{19B8F6BF-5375-455C-9EA6-DF929625EA0E}">
        <p15:presenceInfo xmlns:p15="http://schemas.microsoft.com/office/powerpoint/2012/main" userId="S-1-5-21-2916640784-1408808472-2825091876-296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8192B"/>
    <a:srgbClr val="F2F2F2"/>
    <a:srgbClr val="BFBFBF"/>
    <a:srgbClr val="FFFFFF"/>
    <a:srgbClr val="FAF8F6"/>
    <a:srgbClr val="F7F7F7"/>
    <a:srgbClr val="F2F1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29" autoAdjust="0"/>
    <p:restoredTop sz="96296"/>
  </p:normalViewPr>
  <p:slideViewPr>
    <p:cSldViewPr snapToGrid="0" snapToObjects="1" showGuides="1">
      <p:cViewPr varScale="1">
        <p:scale>
          <a:sx n="159" d="100"/>
          <a:sy n="159" d="100"/>
        </p:scale>
        <p:origin x="642" y="126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napToObjects="1">
      <p:cViewPr varScale="1">
        <p:scale>
          <a:sx n="96" d="100"/>
          <a:sy n="96" d="100"/>
        </p:scale>
        <p:origin x="2824" y="1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tags" Target="tags/tag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400FBA-3B4D-594C-9C95-852DB6F34EF1}" type="datetimeFigureOut">
              <a:rPr lang="ru-RU" smtClean="0"/>
              <a:t>13.10.2026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1C0842-6D7A-3748-8A63-0F77479CA0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03705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3.png"/><Relationship Id="rId4" Type="http://schemas.openxmlformats.org/officeDocument/2006/relationships/image" Target="../media/image2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5" Type="http://schemas.openxmlformats.org/officeDocument/2006/relationships/image" Target="../media/image3.png"/><Relationship Id="rId4" Type="http://schemas.openxmlformats.org/officeDocument/2006/relationships/image" Target="../media/image4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5" Type="http://schemas.openxmlformats.org/officeDocument/2006/relationships/image" Target="../media/image6.png"/><Relationship Id="rId4" Type="http://schemas.openxmlformats.org/officeDocument/2006/relationships/image" Target="../media/image5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5" Type="http://schemas.openxmlformats.org/officeDocument/2006/relationships/image" Target="../media/image3.png"/><Relationship Id="rId4" Type="http://schemas.openxmlformats.org/officeDocument/2006/relationships/image" Target="../media/image7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5" Type="http://schemas.openxmlformats.org/officeDocument/2006/relationships/image" Target="../media/image6.png"/><Relationship Id="rId4" Type="http://schemas.openxmlformats.org/officeDocument/2006/relationships/image" Target="../media/image8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5" Type="http://schemas.openxmlformats.org/officeDocument/2006/relationships/image" Target="../media/image3.png"/><Relationship Id="rId4" Type="http://schemas.openxmlformats.org/officeDocument/2006/relationships/image" Target="../media/image9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5" Type="http://schemas.openxmlformats.org/officeDocument/2006/relationships/image" Target="../media/image6.png"/><Relationship Id="rId4" Type="http://schemas.openxmlformats.org/officeDocument/2006/relationships/image" Target="../media/image10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5" Type="http://schemas.openxmlformats.org/officeDocument/2006/relationships/image" Target="../media/image3.png"/><Relationship Id="rId4" Type="http://schemas.openxmlformats.org/officeDocument/2006/relationships/image" Target="../media/image1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5" Type="http://schemas.openxmlformats.org/officeDocument/2006/relationships/image" Target="../media/image6.png"/><Relationship Id="rId4" Type="http://schemas.openxmlformats.org/officeDocument/2006/relationships/image" Target="../media/image12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5" Type="http://schemas.openxmlformats.org/officeDocument/2006/relationships/image" Target="../media/image3.png"/><Relationship Id="rId4" Type="http://schemas.openxmlformats.org/officeDocument/2006/relationships/image" Target="../media/image13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5" Type="http://schemas.openxmlformats.org/officeDocument/2006/relationships/image" Target="../media/image6.png"/><Relationship Id="rId4" Type="http://schemas.openxmlformats.org/officeDocument/2006/relationships/image" Target="../media/image14.emf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5" Type="http://schemas.openxmlformats.org/officeDocument/2006/relationships/image" Target="../media/image6.png"/><Relationship Id="rId4" Type="http://schemas.openxmlformats.org/officeDocument/2006/relationships/image" Target="../media/image15.emf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5" Type="http://schemas.openxmlformats.org/officeDocument/2006/relationships/image" Target="../media/image3.png"/><Relationship Id="rId4" Type="http://schemas.openxmlformats.org/officeDocument/2006/relationships/image" Target="../media/image16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5" Type="http://schemas.openxmlformats.org/officeDocument/2006/relationships/image" Target="../media/image6.png"/><Relationship Id="rId4" Type="http://schemas.openxmlformats.org/officeDocument/2006/relationships/image" Target="../media/image17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4" Type="http://schemas.openxmlformats.org/officeDocument/2006/relationships/image" Target="../media/image18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5" Type="http://schemas.openxmlformats.org/officeDocument/2006/relationships/image" Target="../media/image6.png"/><Relationship Id="rId4" Type="http://schemas.openxmlformats.org/officeDocument/2006/relationships/image" Target="../media/image19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5" Type="http://schemas.openxmlformats.org/officeDocument/2006/relationships/image" Target="../media/image21.png"/><Relationship Id="rId4" Type="http://schemas.openxmlformats.org/officeDocument/2006/relationships/image" Target="../media/image20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5" Type="http://schemas.openxmlformats.org/officeDocument/2006/relationships/image" Target="../media/image3.png"/><Relationship Id="rId4" Type="http://schemas.openxmlformats.org/officeDocument/2006/relationships/image" Target="../media/image22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5" Type="http://schemas.openxmlformats.org/officeDocument/2006/relationships/image" Target="../media/image6.png"/><Relationship Id="rId4" Type="http://schemas.openxmlformats.org/officeDocument/2006/relationships/image" Target="../media/image23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5" Type="http://schemas.openxmlformats.org/officeDocument/2006/relationships/image" Target="../media/image3.png"/><Relationship Id="rId4" Type="http://schemas.openxmlformats.org/officeDocument/2006/relationships/image" Target="../media/image24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5" Type="http://schemas.openxmlformats.org/officeDocument/2006/relationships/image" Target="../media/image3.png"/><Relationship Id="rId4" Type="http://schemas.openxmlformats.org/officeDocument/2006/relationships/image" Target="../media/image25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5" Type="http://schemas.openxmlformats.org/officeDocument/2006/relationships/image" Target="../media/image3.png"/><Relationship Id="rId4" Type="http://schemas.openxmlformats.org/officeDocument/2006/relationships/image" Target="../media/image26.emf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5" Type="http://schemas.openxmlformats.org/officeDocument/2006/relationships/image" Target="../media/image6.png"/><Relationship Id="rId4" Type="http://schemas.openxmlformats.org/officeDocument/2006/relationships/image" Target="../media/image19.emf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5" Type="http://schemas.openxmlformats.org/officeDocument/2006/relationships/image" Target="../media/image21.png"/><Relationship Id="rId4" Type="http://schemas.openxmlformats.org/officeDocument/2006/relationships/image" Target="../media/image27.emf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7.xml"/><Relationship Id="rId4" Type="http://schemas.openxmlformats.org/officeDocument/2006/relationships/image" Target="../media/image28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8.xml"/><Relationship Id="rId5" Type="http://schemas.openxmlformats.org/officeDocument/2006/relationships/image" Target="../media/image3.png"/><Relationship Id="rId4" Type="http://schemas.openxmlformats.org/officeDocument/2006/relationships/image" Target="../media/image29.emf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9.xml"/><Relationship Id="rId5" Type="http://schemas.openxmlformats.org/officeDocument/2006/relationships/image" Target="../media/image3.png"/><Relationship Id="rId4" Type="http://schemas.openxmlformats.org/officeDocument/2006/relationships/image" Target="../media/image30.emf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0.xml"/><Relationship Id="rId5" Type="http://schemas.openxmlformats.org/officeDocument/2006/relationships/image" Target="../media/image3.png"/><Relationship Id="rId4" Type="http://schemas.openxmlformats.org/officeDocument/2006/relationships/image" Target="../media/image31.emf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1.xml"/><Relationship Id="rId5" Type="http://schemas.openxmlformats.org/officeDocument/2006/relationships/image" Target="../media/image3.png"/><Relationship Id="rId4" Type="http://schemas.openxmlformats.org/officeDocument/2006/relationships/image" Target="../media/image32.emf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2.xml"/><Relationship Id="rId5" Type="http://schemas.openxmlformats.org/officeDocument/2006/relationships/image" Target="../media/image3.png"/><Relationship Id="rId4" Type="http://schemas.openxmlformats.org/officeDocument/2006/relationships/image" Target="../media/image33.emf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3.xml"/><Relationship Id="rId5" Type="http://schemas.openxmlformats.org/officeDocument/2006/relationships/image" Target="../media/image3.png"/><Relationship Id="rId4" Type="http://schemas.openxmlformats.org/officeDocument/2006/relationships/image" Target="../media/image34.emf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4.xml"/><Relationship Id="rId5" Type="http://schemas.openxmlformats.org/officeDocument/2006/relationships/image" Target="../media/image3.png"/><Relationship Id="rId4" Type="http://schemas.openxmlformats.org/officeDocument/2006/relationships/image" Target="../media/image35.emf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5.xml"/><Relationship Id="rId5" Type="http://schemas.openxmlformats.org/officeDocument/2006/relationships/image" Target="../media/image3.png"/><Relationship Id="rId4" Type="http://schemas.openxmlformats.org/officeDocument/2006/relationships/image" Target="../media/image36.emf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6.xml"/><Relationship Id="rId5" Type="http://schemas.openxmlformats.org/officeDocument/2006/relationships/image" Target="../media/image3.png"/><Relationship Id="rId4" Type="http://schemas.openxmlformats.org/officeDocument/2006/relationships/image" Target="../media/image37.emf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7.xml"/><Relationship Id="rId5" Type="http://schemas.openxmlformats.org/officeDocument/2006/relationships/image" Target="../media/image3.png"/><Relationship Id="rId4" Type="http://schemas.openxmlformats.org/officeDocument/2006/relationships/image" Target="../media/image38.emf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8.xml"/><Relationship Id="rId5" Type="http://schemas.openxmlformats.org/officeDocument/2006/relationships/image" Target="../media/image3.png"/><Relationship Id="rId4" Type="http://schemas.openxmlformats.org/officeDocument/2006/relationships/image" Target="../media/image39.emf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9.xml"/><Relationship Id="rId5" Type="http://schemas.openxmlformats.org/officeDocument/2006/relationships/image" Target="../media/image3.png"/><Relationship Id="rId4" Type="http://schemas.openxmlformats.org/officeDocument/2006/relationships/image" Target="../media/image40.emf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0.xml"/><Relationship Id="rId5" Type="http://schemas.openxmlformats.org/officeDocument/2006/relationships/image" Target="../media/image6.png"/><Relationship Id="rId4" Type="http://schemas.openxmlformats.org/officeDocument/2006/relationships/image" Target="../media/image19.emf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1.xml"/><Relationship Id="rId5" Type="http://schemas.openxmlformats.org/officeDocument/2006/relationships/image" Target="../media/image6.png"/><Relationship Id="rId4" Type="http://schemas.openxmlformats.org/officeDocument/2006/relationships/image" Target="../media/image19.emf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2.xml"/><Relationship Id="rId5" Type="http://schemas.openxmlformats.org/officeDocument/2006/relationships/image" Target="../media/image3.png"/><Relationship Id="rId4" Type="http://schemas.openxmlformats.org/officeDocument/2006/relationships/image" Target="../media/image41.emf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3.xml"/><Relationship Id="rId5" Type="http://schemas.openxmlformats.org/officeDocument/2006/relationships/image" Target="../media/image3.png"/><Relationship Id="rId4" Type="http://schemas.openxmlformats.org/officeDocument/2006/relationships/image" Target="../media/image42.emf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4.xml"/><Relationship Id="rId5" Type="http://schemas.openxmlformats.org/officeDocument/2006/relationships/image" Target="../media/image6.png"/><Relationship Id="rId4" Type="http://schemas.openxmlformats.org/officeDocument/2006/relationships/image" Target="../media/image19.emf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астер-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Объект 4" hidden="1">
            <a:extLst>
              <a:ext uri="{FF2B5EF4-FFF2-40B4-BE49-F238E27FC236}">
                <a16:creationId xmlns:a16="http://schemas.microsoft.com/office/drawing/2014/main" id="{C0AA46F0-EFAB-2347-98F5-5E55DE446E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8716199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0E299884-2EFC-A04C-81A3-D7BA8D9E87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9072000" cy="332399"/>
          </a:xfr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{{</a:t>
            </a:r>
            <a:r>
              <a:rPr lang="en-US" dirty="0" err="1"/>
              <a:t>slide_title</a:t>
            </a:r>
            <a:r>
              <a:rPr lang="en-US" dirty="0"/>
              <a:t>}}</a:t>
            </a:r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C1B4EF-64D7-894B-8937-1E4CB50F3D07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tx1"/>
                </a:solidFill>
              </a:rPr>
              <a:pPr algn="l"/>
              <a:t>‹#›</a:t>
            </a:fld>
            <a:endParaRPr lang="ru-RU" sz="1000" dirty="0">
              <a:solidFill>
                <a:schemeClr val="tx1"/>
              </a:solidFill>
            </a:endParaRP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B1D2930A-E7E2-8F4B-BF00-D261DFFCEF5C}"/>
              </a:ext>
            </a:extLst>
          </p:cNvPr>
          <p:cNvCxnSpPr>
            <a:cxnSpLocks/>
          </p:cNvCxnSpPr>
          <p:nvPr userDrawn="1"/>
        </p:nvCxnSpPr>
        <p:spPr>
          <a:xfrm>
            <a:off x="662294" y="0"/>
            <a:ext cx="0" cy="99556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Текст 2">
            <a:extLst>
              <a:ext uri="{FF2B5EF4-FFF2-40B4-BE49-F238E27FC236}">
                <a16:creationId xmlns:a16="http://schemas.microsoft.com/office/drawing/2014/main" id="{BC9D3F86-46AF-B148-81A5-CE22C9BB660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763"/>
            <a:ext cx="6575811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{{</a:t>
            </a:r>
            <a:r>
              <a:rPr lang="en-US" dirty="0" err="1"/>
              <a:t>slide_notes</a:t>
            </a:r>
            <a:r>
              <a:rPr lang="en-US" dirty="0"/>
              <a:t>}}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  <p:sp>
        <p:nvSpPr>
          <p:cNvPr id="8" name="Текст 2">
            <a:extLst>
              <a:ext uri="{FF2B5EF4-FFF2-40B4-BE49-F238E27FC236}">
                <a16:creationId xmlns:a16="http://schemas.microsoft.com/office/drawing/2014/main" id="{AFC488C8-D795-4AF8-8BF7-C919C329C8B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76847" y="1253331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{{</a:t>
            </a:r>
            <a:r>
              <a:rPr lang="en-US" dirty="0" err="1"/>
              <a:t>slide_content</a:t>
            </a:r>
            <a:r>
              <a:rPr lang="en-US" dirty="0"/>
              <a:t>}}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38586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астер-слайд с цифр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2E150D18-2735-3F4F-B656-268860013B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3534432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0E299884-2EFC-A04C-81A3-D7BA8D9E87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9072000" cy="685801"/>
          </a:xfr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B1D2930A-E7E2-8F4B-BF00-D261DFFCEF5C}"/>
              </a:ext>
            </a:extLst>
          </p:cNvPr>
          <p:cNvCxnSpPr>
            <a:cxnSpLocks/>
          </p:cNvCxnSpPr>
          <p:nvPr userDrawn="1"/>
        </p:nvCxnSpPr>
        <p:spPr>
          <a:xfrm>
            <a:off x="662294" y="0"/>
            <a:ext cx="0" cy="99556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Скругленный прямоугольник 20">
            <a:extLst>
              <a:ext uri="{FF2B5EF4-FFF2-40B4-BE49-F238E27FC236}">
                <a16:creationId xmlns:a16="http://schemas.microsoft.com/office/drawing/2014/main" id="{FDDCCA04-AB36-CA40-8858-3A88A598261D}"/>
              </a:ext>
            </a:extLst>
          </p:cNvPr>
          <p:cNvSpPr/>
          <p:nvPr userDrawn="1"/>
        </p:nvSpPr>
        <p:spPr>
          <a:xfrm>
            <a:off x="183232" y="394708"/>
            <a:ext cx="344262" cy="344262"/>
          </a:xfrm>
          <a:prstGeom prst="roundRect">
            <a:avLst/>
          </a:prstGeom>
          <a:noFill/>
          <a:ln w="254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8" name="Полилиния 17">
            <a:extLst>
              <a:ext uri="{FF2B5EF4-FFF2-40B4-BE49-F238E27FC236}">
                <a16:creationId xmlns:a16="http://schemas.microsoft.com/office/drawing/2014/main" id="{E2AFA8CC-E203-3B46-8841-08782D6612F8}"/>
              </a:ext>
            </a:extLst>
          </p:cNvPr>
          <p:cNvSpPr/>
          <p:nvPr userDrawn="1"/>
        </p:nvSpPr>
        <p:spPr>
          <a:xfrm>
            <a:off x="0" y="394708"/>
            <a:ext cx="70734" cy="344262"/>
          </a:xfrm>
          <a:custGeom>
            <a:avLst/>
            <a:gdLst>
              <a:gd name="connsiteX0" fmla="*/ 0 w 70734"/>
              <a:gd name="connsiteY0" fmla="*/ 0 h 344262"/>
              <a:gd name="connsiteX1" fmla="*/ 13356 w 70734"/>
              <a:gd name="connsiteY1" fmla="*/ 0 h 344262"/>
              <a:gd name="connsiteX2" fmla="*/ 70734 w 70734"/>
              <a:gd name="connsiteY2" fmla="*/ 57378 h 344262"/>
              <a:gd name="connsiteX3" fmla="*/ 70734 w 70734"/>
              <a:gd name="connsiteY3" fmla="*/ 286884 h 344262"/>
              <a:gd name="connsiteX4" fmla="*/ 13356 w 70734"/>
              <a:gd name="connsiteY4" fmla="*/ 344262 h 344262"/>
              <a:gd name="connsiteX5" fmla="*/ 0 w 70734"/>
              <a:gd name="connsiteY5" fmla="*/ 344262 h 344262"/>
              <a:gd name="connsiteX6" fmla="*/ 0 w 70734"/>
              <a:gd name="connsiteY6" fmla="*/ 0 h 344262"/>
              <a:gd name="connsiteX0" fmla="*/ 0 w 91440"/>
              <a:gd name="connsiteY0" fmla="*/ 0 h 344262"/>
              <a:gd name="connsiteX1" fmla="*/ 13356 w 91440"/>
              <a:gd name="connsiteY1" fmla="*/ 0 h 344262"/>
              <a:gd name="connsiteX2" fmla="*/ 70734 w 91440"/>
              <a:gd name="connsiteY2" fmla="*/ 57378 h 344262"/>
              <a:gd name="connsiteX3" fmla="*/ 70734 w 91440"/>
              <a:gd name="connsiteY3" fmla="*/ 286884 h 344262"/>
              <a:gd name="connsiteX4" fmla="*/ 13356 w 91440"/>
              <a:gd name="connsiteY4" fmla="*/ 344262 h 344262"/>
              <a:gd name="connsiteX5" fmla="*/ 0 w 91440"/>
              <a:gd name="connsiteY5" fmla="*/ 344262 h 344262"/>
              <a:gd name="connsiteX6" fmla="*/ 91440 w 91440"/>
              <a:gd name="connsiteY6" fmla="*/ 91440 h 344262"/>
              <a:gd name="connsiteX0" fmla="*/ 0 w 70734"/>
              <a:gd name="connsiteY0" fmla="*/ 0 h 344262"/>
              <a:gd name="connsiteX1" fmla="*/ 13356 w 70734"/>
              <a:gd name="connsiteY1" fmla="*/ 0 h 344262"/>
              <a:gd name="connsiteX2" fmla="*/ 70734 w 70734"/>
              <a:gd name="connsiteY2" fmla="*/ 57378 h 344262"/>
              <a:gd name="connsiteX3" fmla="*/ 70734 w 70734"/>
              <a:gd name="connsiteY3" fmla="*/ 286884 h 344262"/>
              <a:gd name="connsiteX4" fmla="*/ 13356 w 70734"/>
              <a:gd name="connsiteY4" fmla="*/ 344262 h 344262"/>
              <a:gd name="connsiteX5" fmla="*/ 0 w 70734"/>
              <a:gd name="connsiteY5" fmla="*/ 344262 h 344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734" h="344262">
                <a:moveTo>
                  <a:pt x="0" y="0"/>
                </a:moveTo>
                <a:lnTo>
                  <a:pt x="13356" y="0"/>
                </a:lnTo>
                <a:cubicBezTo>
                  <a:pt x="45045" y="0"/>
                  <a:pt x="70734" y="25689"/>
                  <a:pt x="70734" y="57378"/>
                </a:cubicBezTo>
                <a:lnTo>
                  <a:pt x="70734" y="286884"/>
                </a:lnTo>
                <a:cubicBezTo>
                  <a:pt x="70734" y="318573"/>
                  <a:pt x="45045" y="344262"/>
                  <a:pt x="13356" y="344262"/>
                </a:cubicBezTo>
                <a:lnTo>
                  <a:pt x="0" y="344262"/>
                </a:lnTo>
              </a:path>
            </a:pathLst>
          </a:custGeom>
          <a:noFill/>
          <a:ln w="254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74849930-4011-2E4D-B370-37F0F5CD9D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6575811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Сноски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CD0E9984-F526-164F-82E1-D652506C94B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3232" y="394709"/>
            <a:ext cx="344262" cy="344262"/>
          </a:xfrm>
          <a:noFill/>
        </p:spPr>
        <p:txBody>
          <a:bodyPr lIns="0" tIns="0" rIns="0" bIns="0" anchor="ctr">
            <a:noAutofit/>
          </a:bodyPr>
          <a:lstStyle>
            <a:lvl1pPr marL="0" indent="0" algn="ctr">
              <a:buFontTx/>
              <a:buNone/>
              <a:defRPr sz="12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№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18BC89-BBDC-4215-A269-A3D08BC32F65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tx1"/>
                </a:solidFill>
              </a:rPr>
              <a:pPr algn="l"/>
              <a:t>‹#›</a:t>
            </a:fld>
            <a:endParaRPr lang="ru-RU" sz="1000" dirty="0">
              <a:solidFill>
                <a:schemeClr val="tx1"/>
              </a:solidFill>
            </a:endParaRPr>
          </a:p>
        </p:txBody>
      </p:sp>
      <p:pic>
        <p:nvPicPr>
          <p:cNvPr id="15" name="Рисунок 14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5429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Мастер-слайд 2/3 заливки градиен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331CB090-1FE3-384B-9D86-A7F938FB7DE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272735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F31A9401-66B5-EB45-B593-DBE86B2D64EB}"/>
              </a:ext>
            </a:extLst>
          </p:cNvPr>
          <p:cNvGrpSpPr/>
          <p:nvPr userDrawn="1"/>
        </p:nvGrpSpPr>
        <p:grpSpPr>
          <a:xfrm>
            <a:off x="3649466" y="0"/>
            <a:ext cx="1530883" cy="6858000"/>
            <a:chOff x="3649466" y="0"/>
            <a:chExt cx="1530883" cy="6858000"/>
          </a:xfrm>
        </p:grpSpPr>
        <p:sp>
          <p:nvSpPr>
            <p:cNvPr id="10" name="Параллелограмм 9">
              <a:extLst>
                <a:ext uri="{FF2B5EF4-FFF2-40B4-BE49-F238E27FC236}">
                  <a16:creationId xmlns:a16="http://schemas.microsoft.com/office/drawing/2014/main" id="{42F2280B-3D11-8842-9510-B508563D75A7}"/>
                </a:ext>
              </a:extLst>
            </p:cNvPr>
            <p:cNvSpPr/>
            <p:nvPr userDrawn="1"/>
          </p:nvSpPr>
          <p:spPr>
            <a:xfrm flipH="1">
              <a:off x="3649466" y="0"/>
              <a:ext cx="1424203" cy="6858000"/>
            </a:xfrm>
            <a:prstGeom prst="parallelogram">
              <a:avLst>
                <a:gd name="adj" fmla="val 91862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Параллелограмм 10">
              <a:extLst>
                <a:ext uri="{FF2B5EF4-FFF2-40B4-BE49-F238E27FC236}">
                  <a16:creationId xmlns:a16="http://schemas.microsoft.com/office/drawing/2014/main" id="{B769449B-14B1-384B-9171-2189627995C8}"/>
                </a:ext>
              </a:extLst>
            </p:cNvPr>
            <p:cNvSpPr/>
            <p:nvPr userDrawn="1"/>
          </p:nvSpPr>
          <p:spPr>
            <a:xfrm flipH="1">
              <a:off x="3756146" y="0"/>
              <a:ext cx="1424203" cy="6858000"/>
            </a:xfrm>
            <a:prstGeom prst="parallelogram">
              <a:avLst>
                <a:gd name="adj" fmla="val 91862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4" name="Полилиния 13">
            <a:extLst>
              <a:ext uri="{FF2B5EF4-FFF2-40B4-BE49-F238E27FC236}">
                <a16:creationId xmlns:a16="http://schemas.microsoft.com/office/drawing/2014/main" id="{96EE0B24-B8A3-0548-8081-25AD766E440C}"/>
              </a:ext>
            </a:extLst>
          </p:cNvPr>
          <p:cNvSpPr/>
          <p:nvPr userDrawn="1"/>
        </p:nvSpPr>
        <p:spPr>
          <a:xfrm>
            <a:off x="3867461" y="0"/>
            <a:ext cx="8324539" cy="6858000"/>
          </a:xfrm>
          <a:custGeom>
            <a:avLst/>
            <a:gdLst>
              <a:gd name="connsiteX0" fmla="*/ 0 w 8399490"/>
              <a:gd name="connsiteY0" fmla="*/ 0 h 6858000"/>
              <a:gd name="connsiteX1" fmla="*/ 1312888 w 8399490"/>
              <a:gd name="connsiteY1" fmla="*/ 0 h 6858000"/>
              <a:gd name="connsiteX2" fmla="*/ 7104699 w 8399490"/>
              <a:gd name="connsiteY2" fmla="*/ 0 h 6858000"/>
              <a:gd name="connsiteX3" fmla="*/ 8399490 w 8399490"/>
              <a:gd name="connsiteY3" fmla="*/ 0 h 6858000"/>
              <a:gd name="connsiteX4" fmla="*/ 8399490 w 8399490"/>
              <a:gd name="connsiteY4" fmla="*/ 6858000 h 6858000"/>
              <a:gd name="connsiteX5" fmla="*/ 8399489 w 8399490"/>
              <a:gd name="connsiteY5" fmla="*/ 6858000 h 6858000"/>
              <a:gd name="connsiteX6" fmla="*/ 1312888 w 8399490"/>
              <a:gd name="connsiteY6" fmla="*/ 6858000 h 6858000"/>
              <a:gd name="connsiteX7" fmla="*/ 1294790 w 839949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399490" h="6858000">
                <a:moveTo>
                  <a:pt x="0" y="0"/>
                </a:moveTo>
                <a:lnTo>
                  <a:pt x="1312888" y="0"/>
                </a:lnTo>
                <a:lnTo>
                  <a:pt x="7104699" y="0"/>
                </a:lnTo>
                <a:lnTo>
                  <a:pt x="8399490" y="0"/>
                </a:lnTo>
                <a:lnTo>
                  <a:pt x="8399490" y="6858000"/>
                </a:lnTo>
                <a:lnTo>
                  <a:pt x="8399489" y="6858000"/>
                </a:lnTo>
                <a:lnTo>
                  <a:pt x="1312888" y="6858000"/>
                </a:lnTo>
                <a:lnTo>
                  <a:pt x="1294790" y="6858000"/>
                </a:lnTo>
                <a:close/>
              </a:path>
            </a:pathLst>
          </a:custGeom>
          <a:gradFill>
            <a:gsLst>
              <a:gs pos="100000">
                <a:schemeClr val="accent1"/>
              </a:gs>
              <a:gs pos="0">
                <a:schemeClr val="accent3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18" name="Заголовок 16">
            <a:extLst>
              <a:ext uri="{FF2B5EF4-FFF2-40B4-BE49-F238E27FC236}">
                <a16:creationId xmlns:a16="http://schemas.microsoft.com/office/drawing/2014/main" id="{4DAFD9ED-F51F-7946-A209-364F853CBC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7" y="402822"/>
            <a:ext cx="2630329" cy="685801"/>
          </a:xfrm>
          <a:prstGeom prst="rect">
            <a:avLst/>
          </a:prstGeo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sp>
        <p:nvSpPr>
          <p:cNvPr id="12" name="Текст 2">
            <a:extLst>
              <a:ext uri="{FF2B5EF4-FFF2-40B4-BE49-F238E27FC236}">
                <a16:creationId xmlns:a16="http://schemas.microsoft.com/office/drawing/2014/main" id="{C251DC40-B978-F64A-9CDE-4F61D94F85D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3833627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/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29FF4D68-3FF9-5B44-B685-123DD897E6E0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EEBFA74-84E0-7045-B360-ADA292591A7A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1"/>
                </a:solidFill>
              </a:rPr>
              <a:pPr algn="l"/>
              <a:t>‹#›</a:t>
            </a:fld>
            <a:endParaRPr lang="ru-RU" sz="1000" dirty="0">
              <a:solidFill>
                <a:schemeClr val="bg1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CB1F8A37-9FB8-0B48-B9A8-FFF00F4567C8}"/>
              </a:ext>
            </a:extLst>
          </p:cNvPr>
          <p:cNvSpPr/>
          <p:nvPr userDrawn="1"/>
        </p:nvSpPr>
        <p:spPr>
          <a:xfrm>
            <a:off x="7572836" y="6449182"/>
            <a:ext cx="3463636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ru-RU" sz="600" dirty="0">
                <a:solidFill>
                  <a:schemeClr val="bg1"/>
                </a:solidFill>
              </a:rPr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</a:p>
        </p:txBody>
      </p:sp>
      <p:pic>
        <p:nvPicPr>
          <p:cNvPr id="15" name="Рисунок 14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4770" y="542125"/>
            <a:ext cx="1048781" cy="42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1918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Мастер-слайд 1/2 залив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Объект 3" hidden="1">
            <a:extLst>
              <a:ext uri="{FF2B5EF4-FFF2-40B4-BE49-F238E27FC236}">
                <a16:creationId xmlns:a16="http://schemas.microsoft.com/office/drawing/2014/main" id="{8109D373-A5FC-3145-A72E-19E6093F3D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7114090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1B25FCF0-2689-E740-92E7-6F6AA6DD9764}"/>
              </a:ext>
            </a:extLst>
          </p:cNvPr>
          <p:cNvGrpSpPr/>
          <p:nvPr userDrawn="1"/>
        </p:nvGrpSpPr>
        <p:grpSpPr>
          <a:xfrm>
            <a:off x="5330559" y="0"/>
            <a:ext cx="1530883" cy="6858000"/>
            <a:chOff x="3649466" y="0"/>
            <a:chExt cx="1530883" cy="6858000"/>
          </a:xfrm>
        </p:grpSpPr>
        <p:sp>
          <p:nvSpPr>
            <p:cNvPr id="10" name="Параллелограмм 9">
              <a:extLst>
                <a:ext uri="{FF2B5EF4-FFF2-40B4-BE49-F238E27FC236}">
                  <a16:creationId xmlns:a16="http://schemas.microsoft.com/office/drawing/2014/main" id="{42F2280B-3D11-8842-9510-B508563D75A7}"/>
                </a:ext>
              </a:extLst>
            </p:cNvPr>
            <p:cNvSpPr/>
            <p:nvPr userDrawn="1"/>
          </p:nvSpPr>
          <p:spPr>
            <a:xfrm flipH="1">
              <a:off x="3649466" y="0"/>
              <a:ext cx="1424203" cy="6858000"/>
            </a:xfrm>
            <a:prstGeom prst="parallelogram">
              <a:avLst>
                <a:gd name="adj" fmla="val 91862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Параллелограмм 10">
              <a:extLst>
                <a:ext uri="{FF2B5EF4-FFF2-40B4-BE49-F238E27FC236}">
                  <a16:creationId xmlns:a16="http://schemas.microsoft.com/office/drawing/2014/main" id="{B769449B-14B1-384B-9171-2189627995C8}"/>
                </a:ext>
              </a:extLst>
            </p:cNvPr>
            <p:cNvSpPr/>
            <p:nvPr userDrawn="1"/>
          </p:nvSpPr>
          <p:spPr>
            <a:xfrm flipH="1">
              <a:off x="3756146" y="0"/>
              <a:ext cx="1424203" cy="6858000"/>
            </a:xfrm>
            <a:prstGeom prst="parallelogram">
              <a:avLst>
                <a:gd name="adj" fmla="val 91862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3" name="Полилиния 12">
            <a:extLst>
              <a:ext uri="{FF2B5EF4-FFF2-40B4-BE49-F238E27FC236}">
                <a16:creationId xmlns:a16="http://schemas.microsoft.com/office/drawing/2014/main" id="{7987E582-CD0D-4546-B723-8831CB5C99C4}"/>
              </a:ext>
            </a:extLst>
          </p:cNvPr>
          <p:cNvSpPr/>
          <p:nvPr userDrawn="1"/>
        </p:nvSpPr>
        <p:spPr>
          <a:xfrm>
            <a:off x="5546360" y="0"/>
            <a:ext cx="6645640" cy="6858000"/>
          </a:xfrm>
          <a:custGeom>
            <a:avLst/>
            <a:gdLst>
              <a:gd name="connsiteX0" fmla="*/ 0 w 6645640"/>
              <a:gd name="connsiteY0" fmla="*/ 0 h 6858000"/>
              <a:gd name="connsiteX1" fmla="*/ 1315082 w 6645640"/>
              <a:gd name="connsiteY1" fmla="*/ 0 h 6858000"/>
              <a:gd name="connsiteX2" fmla="*/ 5292944 w 6645640"/>
              <a:gd name="connsiteY2" fmla="*/ 0 h 6858000"/>
              <a:gd name="connsiteX3" fmla="*/ 6645640 w 6645640"/>
              <a:gd name="connsiteY3" fmla="*/ 0 h 6858000"/>
              <a:gd name="connsiteX4" fmla="*/ 6645640 w 6645640"/>
              <a:gd name="connsiteY4" fmla="*/ 6858000 h 6858000"/>
              <a:gd name="connsiteX5" fmla="*/ 6600669 w 6645640"/>
              <a:gd name="connsiteY5" fmla="*/ 6858000 h 6858000"/>
              <a:gd name="connsiteX6" fmla="*/ 1315082 w 6645640"/>
              <a:gd name="connsiteY6" fmla="*/ 6858000 h 6858000"/>
              <a:gd name="connsiteX7" fmla="*/ 1307725 w 664564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645640" h="6858000">
                <a:moveTo>
                  <a:pt x="0" y="0"/>
                </a:moveTo>
                <a:lnTo>
                  <a:pt x="1315082" y="0"/>
                </a:lnTo>
                <a:lnTo>
                  <a:pt x="5292944" y="0"/>
                </a:lnTo>
                <a:lnTo>
                  <a:pt x="6645640" y="0"/>
                </a:lnTo>
                <a:lnTo>
                  <a:pt x="6645640" y="6858000"/>
                </a:lnTo>
                <a:lnTo>
                  <a:pt x="6600669" y="6858000"/>
                </a:lnTo>
                <a:lnTo>
                  <a:pt x="1315082" y="6858000"/>
                </a:lnTo>
                <a:lnTo>
                  <a:pt x="1307725" y="685800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15" name="Заголовок 16">
            <a:extLst>
              <a:ext uri="{FF2B5EF4-FFF2-40B4-BE49-F238E27FC236}">
                <a16:creationId xmlns:a16="http://schemas.microsoft.com/office/drawing/2014/main" id="{A5206CF0-26BD-0740-9F78-3A9C35798B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7" y="402822"/>
            <a:ext cx="4414972" cy="685801"/>
          </a:xfrm>
          <a:prstGeom prst="rect">
            <a:avLst/>
          </a:prstGeo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sp>
        <p:nvSpPr>
          <p:cNvPr id="14" name="Текст 2">
            <a:extLst>
              <a:ext uri="{FF2B5EF4-FFF2-40B4-BE49-F238E27FC236}">
                <a16:creationId xmlns:a16="http://schemas.microsoft.com/office/drawing/2014/main" id="{732C1E6C-0422-454C-81E2-52D60891D03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5279473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/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2" name="Прямая соединительная линия 21">
            <a:extLst>
              <a:ext uri="{FF2B5EF4-FFF2-40B4-BE49-F238E27FC236}">
                <a16:creationId xmlns:a16="http://schemas.microsoft.com/office/drawing/2014/main" id="{329BA9F8-54A0-E44E-93C7-F7EBC6A7E16F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8226128-6444-A446-98BA-DF341CF84B1C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2"/>
                </a:solidFill>
              </a:rPr>
              <a:pPr algn="l"/>
              <a:t>‹#›</a:t>
            </a:fld>
            <a:endParaRPr lang="ru-RU" sz="1000" dirty="0">
              <a:solidFill>
                <a:schemeClr val="bg2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D577DD2B-E2FC-2E45-8E26-31E358FB9FF3}"/>
              </a:ext>
            </a:extLst>
          </p:cNvPr>
          <p:cNvSpPr/>
          <p:nvPr userDrawn="1"/>
        </p:nvSpPr>
        <p:spPr>
          <a:xfrm>
            <a:off x="7572836" y="6449182"/>
            <a:ext cx="3463636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ru-RU" sz="600" dirty="0">
                <a:solidFill>
                  <a:schemeClr val="bg2"/>
                </a:solidFill>
              </a:rPr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</a:p>
        </p:txBody>
      </p:sp>
      <p:pic>
        <p:nvPicPr>
          <p:cNvPr id="16" name="Рисунок 15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140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Мастер-слайд 1/2 заливки градиен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Объект 3" hidden="1">
            <a:extLst>
              <a:ext uri="{FF2B5EF4-FFF2-40B4-BE49-F238E27FC236}">
                <a16:creationId xmlns:a16="http://schemas.microsoft.com/office/drawing/2014/main" id="{D93B0A69-B7D5-5A48-ADC3-AB1A9D78FC3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3204729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1B25FCF0-2689-E740-92E7-6F6AA6DD9764}"/>
              </a:ext>
            </a:extLst>
          </p:cNvPr>
          <p:cNvGrpSpPr/>
          <p:nvPr userDrawn="1"/>
        </p:nvGrpSpPr>
        <p:grpSpPr>
          <a:xfrm>
            <a:off x="5330559" y="0"/>
            <a:ext cx="1530883" cy="6858000"/>
            <a:chOff x="3649466" y="0"/>
            <a:chExt cx="1530883" cy="6858000"/>
          </a:xfrm>
        </p:grpSpPr>
        <p:sp>
          <p:nvSpPr>
            <p:cNvPr id="10" name="Параллелограмм 9">
              <a:extLst>
                <a:ext uri="{FF2B5EF4-FFF2-40B4-BE49-F238E27FC236}">
                  <a16:creationId xmlns:a16="http://schemas.microsoft.com/office/drawing/2014/main" id="{42F2280B-3D11-8842-9510-B508563D75A7}"/>
                </a:ext>
              </a:extLst>
            </p:cNvPr>
            <p:cNvSpPr/>
            <p:nvPr userDrawn="1"/>
          </p:nvSpPr>
          <p:spPr>
            <a:xfrm flipH="1">
              <a:off x="3649466" y="0"/>
              <a:ext cx="1424203" cy="6858000"/>
            </a:xfrm>
            <a:prstGeom prst="parallelogram">
              <a:avLst>
                <a:gd name="adj" fmla="val 91862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Параллелограмм 10">
              <a:extLst>
                <a:ext uri="{FF2B5EF4-FFF2-40B4-BE49-F238E27FC236}">
                  <a16:creationId xmlns:a16="http://schemas.microsoft.com/office/drawing/2014/main" id="{B769449B-14B1-384B-9171-2189627995C8}"/>
                </a:ext>
              </a:extLst>
            </p:cNvPr>
            <p:cNvSpPr/>
            <p:nvPr userDrawn="1"/>
          </p:nvSpPr>
          <p:spPr>
            <a:xfrm flipH="1">
              <a:off x="3756146" y="0"/>
              <a:ext cx="1424203" cy="6858000"/>
            </a:xfrm>
            <a:prstGeom prst="parallelogram">
              <a:avLst>
                <a:gd name="adj" fmla="val 91862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3" name="Полилиния 12">
            <a:extLst>
              <a:ext uri="{FF2B5EF4-FFF2-40B4-BE49-F238E27FC236}">
                <a16:creationId xmlns:a16="http://schemas.microsoft.com/office/drawing/2014/main" id="{7987E582-CD0D-4546-B723-8831CB5C99C4}"/>
              </a:ext>
            </a:extLst>
          </p:cNvPr>
          <p:cNvSpPr/>
          <p:nvPr userDrawn="1"/>
        </p:nvSpPr>
        <p:spPr>
          <a:xfrm>
            <a:off x="5546360" y="0"/>
            <a:ext cx="6645640" cy="6858000"/>
          </a:xfrm>
          <a:custGeom>
            <a:avLst/>
            <a:gdLst>
              <a:gd name="connsiteX0" fmla="*/ 0 w 6645640"/>
              <a:gd name="connsiteY0" fmla="*/ 0 h 6858000"/>
              <a:gd name="connsiteX1" fmla="*/ 1315082 w 6645640"/>
              <a:gd name="connsiteY1" fmla="*/ 0 h 6858000"/>
              <a:gd name="connsiteX2" fmla="*/ 5292944 w 6645640"/>
              <a:gd name="connsiteY2" fmla="*/ 0 h 6858000"/>
              <a:gd name="connsiteX3" fmla="*/ 6645640 w 6645640"/>
              <a:gd name="connsiteY3" fmla="*/ 0 h 6858000"/>
              <a:gd name="connsiteX4" fmla="*/ 6645640 w 6645640"/>
              <a:gd name="connsiteY4" fmla="*/ 6858000 h 6858000"/>
              <a:gd name="connsiteX5" fmla="*/ 6600669 w 6645640"/>
              <a:gd name="connsiteY5" fmla="*/ 6858000 h 6858000"/>
              <a:gd name="connsiteX6" fmla="*/ 1315082 w 6645640"/>
              <a:gd name="connsiteY6" fmla="*/ 6858000 h 6858000"/>
              <a:gd name="connsiteX7" fmla="*/ 1307725 w 664564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645640" h="6858000">
                <a:moveTo>
                  <a:pt x="0" y="0"/>
                </a:moveTo>
                <a:lnTo>
                  <a:pt x="1315082" y="0"/>
                </a:lnTo>
                <a:lnTo>
                  <a:pt x="5292944" y="0"/>
                </a:lnTo>
                <a:lnTo>
                  <a:pt x="6645640" y="0"/>
                </a:lnTo>
                <a:lnTo>
                  <a:pt x="6645640" y="6858000"/>
                </a:lnTo>
                <a:lnTo>
                  <a:pt x="6600669" y="6858000"/>
                </a:lnTo>
                <a:lnTo>
                  <a:pt x="1315082" y="6858000"/>
                </a:lnTo>
                <a:lnTo>
                  <a:pt x="1307725" y="6858000"/>
                </a:lnTo>
                <a:close/>
              </a:path>
            </a:pathLst>
          </a:custGeom>
          <a:gradFill>
            <a:gsLst>
              <a:gs pos="100000">
                <a:schemeClr val="accent1"/>
              </a:gs>
              <a:gs pos="0">
                <a:schemeClr val="accent3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16" name="Заголовок 16">
            <a:extLst>
              <a:ext uri="{FF2B5EF4-FFF2-40B4-BE49-F238E27FC236}">
                <a16:creationId xmlns:a16="http://schemas.microsoft.com/office/drawing/2014/main" id="{AB1AEA3B-AC4B-E140-9340-6B454EBD06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7" y="402822"/>
            <a:ext cx="4414972" cy="685801"/>
          </a:xfrm>
          <a:prstGeom prst="rect">
            <a:avLst/>
          </a:prstGeo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sp>
        <p:nvSpPr>
          <p:cNvPr id="12" name="Текст 2">
            <a:extLst>
              <a:ext uri="{FF2B5EF4-FFF2-40B4-BE49-F238E27FC236}">
                <a16:creationId xmlns:a16="http://schemas.microsoft.com/office/drawing/2014/main" id="{25578347-EE4A-9C43-90AD-D7FA8D7FEDF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5279473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/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2" name="Прямая соединительная линия 21">
            <a:extLst>
              <a:ext uri="{FF2B5EF4-FFF2-40B4-BE49-F238E27FC236}">
                <a16:creationId xmlns:a16="http://schemas.microsoft.com/office/drawing/2014/main" id="{78040010-421A-6B44-97A4-119E862C416B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B3FAD98-8606-774A-A4A8-3920B0033A14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1"/>
                </a:solidFill>
              </a:rPr>
              <a:pPr algn="l"/>
              <a:t>‹#›</a:t>
            </a:fld>
            <a:endParaRPr lang="ru-RU" sz="1000" dirty="0">
              <a:solidFill>
                <a:schemeClr val="bg1"/>
              </a:solidFill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EFB1FC0-4632-CE42-883F-35F2AF32BA5A}"/>
              </a:ext>
            </a:extLst>
          </p:cNvPr>
          <p:cNvSpPr/>
          <p:nvPr userDrawn="1"/>
        </p:nvSpPr>
        <p:spPr>
          <a:xfrm>
            <a:off x="7572836" y="6449182"/>
            <a:ext cx="3463636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ru-RU" sz="600" dirty="0">
                <a:solidFill>
                  <a:schemeClr val="bg1"/>
                </a:solidFill>
              </a:rPr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</a:p>
        </p:txBody>
      </p:sp>
      <p:pic>
        <p:nvPicPr>
          <p:cNvPr id="17" name="Рисунок 16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4770" y="542125"/>
            <a:ext cx="1048781" cy="42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181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Мастер-слайд 1/3 залив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Объект 3" hidden="1">
            <a:extLst>
              <a:ext uri="{FF2B5EF4-FFF2-40B4-BE49-F238E27FC236}">
                <a16:creationId xmlns:a16="http://schemas.microsoft.com/office/drawing/2014/main" id="{B10BD2F5-DFF1-F341-88B5-9F4DB6B58E3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9725827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Полилиния 15">
            <a:extLst>
              <a:ext uri="{FF2B5EF4-FFF2-40B4-BE49-F238E27FC236}">
                <a16:creationId xmlns:a16="http://schemas.microsoft.com/office/drawing/2014/main" id="{12528276-D9FD-794D-8243-88ED659A47E0}"/>
              </a:ext>
            </a:extLst>
          </p:cNvPr>
          <p:cNvSpPr/>
          <p:nvPr userDrawn="1"/>
        </p:nvSpPr>
        <p:spPr>
          <a:xfrm>
            <a:off x="7291725" y="0"/>
            <a:ext cx="4900275" cy="6858000"/>
          </a:xfrm>
          <a:custGeom>
            <a:avLst/>
            <a:gdLst>
              <a:gd name="connsiteX0" fmla="*/ 0 w 4900275"/>
              <a:gd name="connsiteY0" fmla="*/ 0 h 6858000"/>
              <a:gd name="connsiteX1" fmla="*/ 1315082 w 4900275"/>
              <a:gd name="connsiteY1" fmla="*/ 0 h 6858000"/>
              <a:gd name="connsiteX2" fmla="*/ 4900275 w 4900275"/>
              <a:gd name="connsiteY2" fmla="*/ 0 h 6858000"/>
              <a:gd name="connsiteX3" fmla="*/ 4900275 w 4900275"/>
              <a:gd name="connsiteY3" fmla="*/ 6858000 h 6858000"/>
              <a:gd name="connsiteX4" fmla="*/ 1315082 w 4900275"/>
              <a:gd name="connsiteY4" fmla="*/ 6858000 h 6858000"/>
              <a:gd name="connsiteX5" fmla="*/ 1307725 w 4900275"/>
              <a:gd name="connsiteY5" fmla="*/ 6858000 h 6858000"/>
              <a:gd name="connsiteX6" fmla="*/ 0 w 4900275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00275" h="6858000">
                <a:moveTo>
                  <a:pt x="0" y="0"/>
                </a:moveTo>
                <a:lnTo>
                  <a:pt x="1315082" y="0"/>
                </a:lnTo>
                <a:lnTo>
                  <a:pt x="4900275" y="0"/>
                </a:lnTo>
                <a:lnTo>
                  <a:pt x="4900275" y="6858000"/>
                </a:lnTo>
                <a:lnTo>
                  <a:pt x="1315082" y="6858000"/>
                </a:lnTo>
                <a:lnTo>
                  <a:pt x="1307725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1B25FCF0-2689-E740-92E7-6F6AA6DD9764}"/>
              </a:ext>
            </a:extLst>
          </p:cNvPr>
          <p:cNvGrpSpPr/>
          <p:nvPr userDrawn="1"/>
        </p:nvGrpSpPr>
        <p:grpSpPr>
          <a:xfrm>
            <a:off x="7069412" y="0"/>
            <a:ext cx="1530883" cy="6858000"/>
            <a:chOff x="3649466" y="0"/>
            <a:chExt cx="1530883" cy="6858000"/>
          </a:xfrm>
        </p:grpSpPr>
        <p:sp>
          <p:nvSpPr>
            <p:cNvPr id="10" name="Параллелограмм 9">
              <a:extLst>
                <a:ext uri="{FF2B5EF4-FFF2-40B4-BE49-F238E27FC236}">
                  <a16:creationId xmlns:a16="http://schemas.microsoft.com/office/drawing/2014/main" id="{42F2280B-3D11-8842-9510-B508563D75A7}"/>
                </a:ext>
              </a:extLst>
            </p:cNvPr>
            <p:cNvSpPr/>
            <p:nvPr userDrawn="1"/>
          </p:nvSpPr>
          <p:spPr>
            <a:xfrm flipH="1">
              <a:off x="3649466" y="0"/>
              <a:ext cx="1424203" cy="6858000"/>
            </a:xfrm>
            <a:prstGeom prst="parallelogram">
              <a:avLst>
                <a:gd name="adj" fmla="val 91862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Параллелограмм 10">
              <a:extLst>
                <a:ext uri="{FF2B5EF4-FFF2-40B4-BE49-F238E27FC236}">
                  <a16:creationId xmlns:a16="http://schemas.microsoft.com/office/drawing/2014/main" id="{B769449B-14B1-384B-9171-2189627995C8}"/>
                </a:ext>
              </a:extLst>
            </p:cNvPr>
            <p:cNvSpPr/>
            <p:nvPr userDrawn="1"/>
          </p:nvSpPr>
          <p:spPr>
            <a:xfrm flipH="1">
              <a:off x="3756146" y="0"/>
              <a:ext cx="1424203" cy="6858000"/>
            </a:xfrm>
            <a:prstGeom prst="parallelogram">
              <a:avLst>
                <a:gd name="adj" fmla="val 91862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4" name="Заголовок 16">
            <a:extLst>
              <a:ext uri="{FF2B5EF4-FFF2-40B4-BE49-F238E27FC236}">
                <a16:creationId xmlns:a16="http://schemas.microsoft.com/office/drawing/2014/main" id="{0D0FF622-0622-C34A-80BB-EF8A7970B4C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6153825" cy="685801"/>
          </a:xfrm>
          <a:prstGeom prst="rect">
            <a:avLst/>
          </a:prstGeo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5BBE7582-2D3B-AE4F-B4B8-924A7A1851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6575811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/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2" name="Прямая соединительная линия 21">
            <a:extLst>
              <a:ext uri="{FF2B5EF4-FFF2-40B4-BE49-F238E27FC236}">
                <a16:creationId xmlns:a16="http://schemas.microsoft.com/office/drawing/2014/main" id="{BDE6E614-9769-B047-B502-A37F9A43E332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3F9E8E8-0001-B143-8B76-58D480FDF88A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2"/>
                </a:solidFill>
              </a:rPr>
              <a:pPr algn="l"/>
              <a:t>‹#›</a:t>
            </a:fld>
            <a:endParaRPr lang="ru-RU" sz="1000" dirty="0">
              <a:solidFill>
                <a:schemeClr val="bg2"/>
              </a:solidFill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050CC4-9818-2B4B-9B29-EB72E82CD3D9}"/>
              </a:ext>
            </a:extLst>
          </p:cNvPr>
          <p:cNvSpPr/>
          <p:nvPr userDrawn="1"/>
        </p:nvSpPr>
        <p:spPr>
          <a:xfrm>
            <a:off x="8674440" y="6403462"/>
            <a:ext cx="2362031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ru-RU" sz="600" dirty="0">
                <a:solidFill>
                  <a:schemeClr val="bg2"/>
                </a:solidFill>
              </a:rPr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</a:p>
        </p:txBody>
      </p:sp>
      <p:pic>
        <p:nvPicPr>
          <p:cNvPr id="17" name="Рисунок 16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6751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Мастер-слайд 1/3 заливки градиен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Объект 3" hidden="1">
            <a:extLst>
              <a:ext uri="{FF2B5EF4-FFF2-40B4-BE49-F238E27FC236}">
                <a16:creationId xmlns:a16="http://schemas.microsoft.com/office/drawing/2014/main" id="{2FEFCD2D-F76E-834A-A99F-E36DD0B6361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7199950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Полилиния 15">
            <a:extLst>
              <a:ext uri="{FF2B5EF4-FFF2-40B4-BE49-F238E27FC236}">
                <a16:creationId xmlns:a16="http://schemas.microsoft.com/office/drawing/2014/main" id="{12528276-D9FD-794D-8243-88ED659A47E0}"/>
              </a:ext>
            </a:extLst>
          </p:cNvPr>
          <p:cNvSpPr/>
          <p:nvPr userDrawn="1"/>
        </p:nvSpPr>
        <p:spPr>
          <a:xfrm>
            <a:off x="7291725" y="0"/>
            <a:ext cx="4900275" cy="6858000"/>
          </a:xfrm>
          <a:custGeom>
            <a:avLst/>
            <a:gdLst>
              <a:gd name="connsiteX0" fmla="*/ 0 w 4900275"/>
              <a:gd name="connsiteY0" fmla="*/ 0 h 6858000"/>
              <a:gd name="connsiteX1" fmla="*/ 1315082 w 4900275"/>
              <a:gd name="connsiteY1" fmla="*/ 0 h 6858000"/>
              <a:gd name="connsiteX2" fmla="*/ 4900275 w 4900275"/>
              <a:gd name="connsiteY2" fmla="*/ 0 h 6858000"/>
              <a:gd name="connsiteX3" fmla="*/ 4900275 w 4900275"/>
              <a:gd name="connsiteY3" fmla="*/ 6858000 h 6858000"/>
              <a:gd name="connsiteX4" fmla="*/ 1315082 w 4900275"/>
              <a:gd name="connsiteY4" fmla="*/ 6858000 h 6858000"/>
              <a:gd name="connsiteX5" fmla="*/ 1307725 w 4900275"/>
              <a:gd name="connsiteY5" fmla="*/ 6858000 h 6858000"/>
              <a:gd name="connsiteX6" fmla="*/ 0 w 4900275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00275" h="6858000">
                <a:moveTo>
                  <a:pt x="0" y="0"/>
                </a:moveTo>
                <a:lnTo>
                  <a:pt x="1315082" y="0"/>
                </a:lnTo>
                <a:lnTo>
                  <a:pt x="4900275" y="0"/>
                </a:lnTo>
                <a:lnTo>
                  <a:pt x="4900275" y="6858000"/>
                </a:lnTo>
                <a:lnTo>
                  <a:pt x="1315082" y="6858000"/>
                </a:lnTo>
                <a:lnTo>
                  <a:pt x="1307725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100000">
                <a:schemeClr val="accent1"/>
              </a:gs>
              <a:gs pos="0">
                <a:schemeClr val="accent3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1B25FCF0-2689-E740-92E7-6F6AA6DD9764}"/>
              </a:ext>
            </a:extLst>
          </p:cNvPr>
          <p:cNvGrpSpPr/>
          <p:nvPr userDrawn="1"/>
        </p:nvGrpSpPr>
        <p:grpSpPr>
          <a:xfrm>
            <a:off x="7069412" y="0"/>
            <a:ext cx="1530883" cy="6858000"/>
            <a:chOff x="3649466" y="0"/>
            <a:chExt cx="1530883" cy="6858000"/>
          </a:xfrm>
        </p:grpSpPr>
        <p:sp>
          <p:nvSpPr>
            <p:cNvPr id="10" name="Параллелограмм 9">
              <a:extLst>
                <a:ext uri="{FF2B5EF4-FFF2-40B4-BE49-F238E27FC236}">
                  <a16:creationId xmlns:a16="http://schemas.microsoft.com/office/drawing/2014/main" id="{42F2280B-3D11-8842-9510-B508563D75A7}"/>
                </a:ext>
              </a:extLst>
            </p:cNvPr>
            <p:cNvSpPr/>
            <p:nvPr userDrawn="1"/>
          </p:nvSpPr>
          <p:spPr>
            <a:xfrm flipH="1">
              <a:off x="3649466" y="0"/>
              <a:ext cx="1424203" cy="6858000"/>
            </a:xfrm>
            <a:prstGeom prst="parallelogram">
              <a:avLst>
                <a:gd name="adj" fmla="val 91862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Параллелограмм 10">
              <a:extLst>
                <a:ext uri="{FF2B5EF4-FFF2-40B4-BE49-F238E27FC236}">
                  <a16:creationId xmlns:a16="http://schemas.microsoft.com/office/drawing/2014/main" id="{B769449B-14B1-384B-9171-2189627995C8}"/>
                </a:ext>
              </a:extLst>
            </p:cNvPr>
            <p:cNvSpPr/>
            <p:nvPr userDrawn="1"/>
          </p:nvSpPr>
          <p:spPr>
            <a:xfrm flipH="1">
              <a:off x="3756146" y="0"/>
              <a:ext cx="1424203" cy="6858000"/>
            </a:xfrm>
            <a:prstGeom prst="parallelogram">
              <a:avLst>
                <a:gd name="adj" fmla="val 91862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" name="Заголовок 16">
            <a:extLst>
              <a:ext uri="{FF2B5EF4-FFF2-40B4-BE49-F238E27FC236}">
                <a16:creationId xmlns:a16="http://schemas.microsoft.com/office/drawing/2014/main" id="{4035D7B3-4854-5943-9D99-7DC8694E73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6153825" cy="685801"/>
          </a:xfrm>
          <a:prstGeom prst="rect">
            <a:avLst/>
          </a:prstGeo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833A1594-EA2F-AF4C-A860-A78F7DBA415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6575811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/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2" name="Прямая соединительная линия 21">
            <a:extLst>
              <a:ext uri="{FF2B5EF4-FFF2-40B4-BE49-F238E27FC236}">
                <a16:creationId xmlns:a16="http://schemas.microsoft.com/office/drawing/2014/main" id="{67E09A19-A0FF-3D48-BCF1-47225CD7CB26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E705500-A378-A74D-8862-0093F4107710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1"/>
                </a:solidFill>
              </a:rPr>
              <a:pPr algn="l"/>
              <a:t>‹#›</a:t>
            </a:fld>
            <a:endParaRPr lang="ru-RU" sz="1000" dirty="0">
              <a:solidFill>
                <a:schemeClr val="bg1"/>
              </a:solidFill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E358150-9FBD-C74B-8887-FFB860C2E3BC}"/>
              </a:ext>
            </a:extLst>
          </p:cNvPr>
          <p:cNvSpPr/>
          <p:nvPr userDrawn="1"/>
        </p:nvSpPr>
        <p:spPr>
          <a:xfrm>
            <a:off x="8674440" y="6403462"/>
            <a:ext cx="2362031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ru-RU" sz="600" dirty="0">
                <a:solidFill>
                  <a:schemeClr val="bg1"/>
                </a:solidFill>
              </a:rPr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</a:p>
        </p:txBody>
      </p:sp>
      <p:pic>
        <p:nvPicPr>
          <p:cNvPr id="14" name="Рисунок 13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4770" y="542125"/>
            <a:ext cx="1048781" cy="42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21031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Мастер-слайд: стрелка и 2/3 залив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ED53ADF0-C1DC-8E47-A4C4-7F636F65AE6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0317848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Полилиния 12">
            <a:extLst>
              <a:ext uri="{FF2B5EF4-FFF2-40B4-BE49-F238E27FC236}">
                <a16:creationId xmlns:a16="http://schemas.microsoft.com/office/drawing/2014/main" id="{38DBFD21-2ABB-7742-A243-91032BE024AF}"/>
              </a:ext>
            </a:extLst>
          </p:cNvPr>
          <p:cNvSpPr/>
          <p:nvPr userDrawn="1"/>
        </p:nvSpPr>
        <p:spPr>
          <a:xfrm rot="5400000">
            <a:off x="4208248" y="-1101253"/>
            <a:ext cx="6882498" cy="9085006"/>
          </a:xfrm>
          <a:custGeom>
            <a:avLst/>
            <a:gdLst>
              <a:gd name="connsiteX0" fmla="*/ 0 w 6858000"/>
              <a:gd name="connsiteY0" fmla="*/ 9085006 h 9085006"/>
              <a:gd name="connsiteX1" fmla="*/ 0 w 6858000"/>
              <a:gd name="connsiteY1" fmla="*/ 0 h 9085006"/>
              <a:gd name="connsiteX2" fmla="*/ 6858000 w 6858000"/>
              <a:gd name="connsiteY2" fmla="*/ 0 h 9085006"/>
              <a:gd name="connsiteX3" fmla="*/ 6858000 w 6858000"/>
              <a:gd name="connsiteY3" fmla="*/ 9054583 h 9085006"/>
              <a:gd name="connsiteX4" fmla="*/ 3475352 w 6858000"/>
              <a:gd name="connsiteY4" fmla="*/ 7944464 h 9085006"/>
              <a:gd name="connsiteX5" fmla="*/ 0 w 6858000"/>
              <a:gd name="connsiteY5" fmla="*/ 9085006 h 9085006"/>
              <a:gd name="connsiteX0" fmla="*/ 0 w 6858000"/>
              <a:gd name="connsiteY0" fmla="*/ 9085006 h 9085006"/>
              <a:gd name="connsiteX1" fmla="*/ 0 w 6858000"/>
              <a:gd name="connsiteY1" fmla="*/ 0 h 9085006"/>
              <a:gd name="connsiteX2" fmla="*/ 6858000 w 6858000"/>
              <a:gd name="connsiteY2" fmla="*/ 0 h 9085006"/>
              <a:gd name="connsiteX3" fmla="*/ 6858000 w 6858000"/>
              <a:gd name="connsiteY3" fmla="*/ 9054583 h 9085006"/>
              <a:gd name="connsiteX4" fmla="*/ 3414392 w 6858000"/>
              <a:gd name="connsiteY4" fmla="*/ 7913984 h 9085006"/>
              <a:gd name="connsiteX5" fmla="*/ 0 w 6858000"/>
              <a:gd name="connsiteY5" fmla="*/ 9085006 h 9085006"/>
              <a:gd name="connsiteX0" fmla="*/ 0 w 6858000"/>
              <a:gd name="connsiteY0" fmla="*/ 9085006 h 9085006"/>
              <a:gd name="connsiteX1" fmla="*/ 0 w 6858000"/>
              <a:gd name="connsiteY1" fmla="*/ 0 h 9085006"/>
              <a:gd name="connsiteX2" fmla="*/ 6858000 w 6858000"/>
              <a:gd name="connsiteY2" fmla="*/ 0 h 9085006"/>
              <a:gd name="connsiteX3" fmla="*/ 6858000 w 6858000"/>
              <a:gd name="connsiteY3" fmla="*/ 9054583 h 9085006"/>
              <a:gd name="connsiteX4" fmla="*/ 3428906 w 6858000"/>
              <a:gd name="connsiteY4" fmla="*/ 8138955 h 9085006"/>
              <a:gd name="connsiteX5" fmla="*/ 0 w 6858000"/>
              <a:gd name="connsiteY5" fmla="*/ 9085006 h 9085006"/>
              <a:gd name="connsiteX0" fmla="*/ 0 w 6882493"/>
              <a:gd name="connsiteY0" fmla="*/ 9085006 h 9085006"/>
              <a:gd name="connsiteX1" fmla="*/ 0 w 6882493"/>
              <a:gd name="connsiteY1" fmla="*/ 0 h 9085006"/>
              <a:gd name="connsiteX2" fmla="*/ 6858000 w 6882493"/>
              <a:gd name="connsiteY2" fmla="*/ 0 h 9085006"/>
              <a:gd name="connsiteX3" fmla="*/ 6882493 w 6882493"/>
              <a:gd name="connsiteY3" fmla="*/ 9070911 h 9085006"/>
              <a:gd name="connsiteX4" fmla="*/ 3428906 w 6882493"/>
              <a:gd name="connsiteY4" fmla="*/ 8138955 h 9085006"/>
              <a:gd name="connsiteX5" fmla="*/ 0 w 6882493"/>
              <a:gd name="connsiteY5" fmla="*/ 9085006 h 9085006"/>
              <a:gd name="connsiteX0" fmla="*/ 0 w 6874331"/>
              <a:gd name="connsiteY0" fmla="*/ 9085006 h 9085006"/>
              <a:gd name="connsiteX1" fmla="*/ 0 w 6874331"/>
              <a:gd name="connsiteY1" fmla="*/ 0 h 9085006"/>
              <a:gd name="connsiteX2" fmla="*/ 6858000 w 6874331"/>
              <a:gd name="connsiteY2" fmla="*/ 0 h 9085006"/>
              <a:gd name="connsiteX3" fmla="*/ 6874331 w 6874331"/>
              <a:gd name="connsiteY3" fmla="*/ 9062747 h 9085006"/>
              <a:gd name="connsiteX4" fmla="*/ 3428906 w 6874331"/>
              <a:gd name="connsiteY4" fmla="*/ 8138955 h 9085006"/>
              <a:gd name="connsiteX5" fmla="*/ 0 w 6874331"/>
              <a:gd name="connsiteY5" fmla="*/ 9085006 h 9085006"/>
              <a:gd name="connsiteX0" fmla="*/ 0 w 6882498"/>
              <a:gd name="connsiteY0" fmla="*/ 9085006 h 9085006"/>
              <a:gd name="connsiteX1" fmla="*/ 0 w 6882498"/>
              <a:gd name="connsiteY1" fmla="*/ 0 h 9085006"/>
              <a:gd name="connsiteX2" fmla="*/ 6858000 w 6882498"/>
              <a:gd name="connsiteY2" fmla="*/ 0 h 9085006"/>
              <a:gd name="connsiteX3" fmla="*/ 6882498 w 6882498"/>
              <a:gd name="connsiteY3" fmla="*/ 9079076 h 9085006"/>
              <a:gd name="connsiteX4" fmla="*/ 3428906 w 6882498"/>
              <a:gd name="connsiteY4" fmla="*/ 8138955 h 9085006"/>
              <a:gd name="connsiteX5" fmla="*/ 0 w 6882498"/>
              <a:gd name="connsiteY5" fmla="*/ 9085006 h 9085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82498" h="9085006">
                <a:moveTo>
                  <a:pt x="0" y="9085006"/>
                </a:moveTo>
                <a:lnTo>
                  <a:pt x="0" y="0"/>
                </a:lnTo>
                <a:lnTo>
                  <a:pt x="6858000" y="0"/>
                </a:lnTo>
                <a:cubicBezTo>
                  <a:pt x="6866164" y="3023637"/>
                  <a:pt x="6874334" y="6055439"/>
                  <a:pt x="6882498" y="9079076"/>
                </a:cubicBezTo>
                <a:lnTo>
                  <a:pt x="3428906" y="8138955"/>
                </a:lnTo>
                <a:lnTo>
                  <a:pt x="0" y="9085006"/>
                </a:lnTo>
                <a:close/>
              </a:path>
            </a:pathLst>
          </a:custGeom>
          <a:solidFill>
            <a:schemeClr val="tx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324F3D68-6BA1-3C4E-B14B-2DD63721CC9D}"/>
              </a:ext>
            </a:extLst>
          </p:cNvPr>
          <p:cNvGrpSpPr/>
          <p:nvPr userDrawn="1"/>
        </p:nvGrpSpPr>
        <p:grpSpPr>
          <a:xfrm>
            <a:off x="2924849" y="0"/>
            <a:ext cx="1127505" cy="6876000"/>
            <a:chOff x="3945699" y="0"/>
            <a:chExt cx="1127505" cy="6876000"/>
          </a:xfrm>
        </p:grpSpPr>
        <p:sp>
          <p:nvSpPr>
            <p:cNvPr id="15" name="Нашивка 14">
              <a:extLst>
                <a:ext uri="{FF2B5EF4-FFF2-40B4-BE49-F238E27FC236}">
                  <a16:creationId xmlns:a16="http://schemas.microsoft.com/office/drawing/2014/main" id="{808772EC-E4D1-1547-ADF5-594B1C5CB222}"/>
                </a:ext>
              </a:extLst>
            </p:cNvPr>
            <p:cNvSpPr/>
            <p:nvPr/>
          </p:nvSpPr>
          <p:spPr>
            <a:xfrm>
              <a:off x="4042681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6" name="Нашивка 15">
              <a:extLst>
                <a:ext uri="{FF2B5EF4-FFF2-40B4-BE49-F238E27FC236}">
                  <a16:creationId xmlns:a16="http://schemas.microsoft.com/office/drawing/2014/main" id="{C29642E3-0970-7C4E-B9EE-C3273F54635C}"/>
                </a:ext>
              </a:extLst>
            </p:cNvPr>
            <p:cNvSpPr/>
            <p:nvPr/>
          </p:nvSpPr>
          <p:spPr>
            <a:xfrm>
              <a:off x="3945699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4E21FC6F-C1D8-BF4D-97D3-976B84D8ED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2018961" cy="685801"/>
          </a:xfrm>
          <a:prstGeom prst="rect">
            <a:avLst/>
          </a:prstGeo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sp>
        <p:nvSpPr>
          <p:cNvPr id="12" name="Текст 2">
            <a:extLst>
              <a:ext uri="{FF2B5EF4-FFF2-40B4-BE49-F238E27FC236}">
                <a16:creationId xmlns:a16="http://schemas.microsoft.com/office/drawing/2014/main" id="{85172B85-A0CD-B24A-BCAB-B123A1C8D0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2026007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/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2AA9D97E-1EC3-F048-9CFD-F35F05BBC115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7E800E7-478C-864A-B25F-4096900EE66F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2"/>
                </a:solidFill>
              </a:rPr>
              <a:pPr algn="l"/>
              <a:t>‹#›</a:t>
            </a:fld>
            <a:endParaRPr lang="ru-RU" sz="1000" dirty="0">
              <a:solidFill>
                <a:schemeClr val="bg2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879BC661-EAD1-CC4D-A34C-194D61B0BA83}"/>
              </a:ext>
            </a:extLst>
          </p:cNvPr>
          <p:cNvSpPr/>
          <p:nvPr userDrawn="1"/>
        </p:nvSpPr>
        <p:spPr>
          <a:xfrm>
            <a:off x="7572836" y="6449182"/>
            <a:ext cx="3463636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ru-RU" sz="600" dirty="0">
                <a:solidFill>
                  <a:schemeClr val="bg2"/>
                </a:solidFill>
              </a:rPr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</a:p>
        </p:txBody>
      </p:sp>
      <p:pic>
        <p:nvPicPr>
          <p:cNvPr id="18" name="Рисунок 17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2040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Мастер-слайд: стрелка и 2/3 градиент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B61F4C62-7735-054B-B3F9-972F97076C3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4644073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Полилиния 24">
            <a:extLst>
              <a:ext uri="{FF2B5EF4-FFF2-40B4-BE49-F238E27FC236}">
                <a16:creationId xmlns:a16="http://schemas.microsoft.com/office/drawing/2014/main" id="{0CB11AFE-9411-2044-8A46-6AC5FEF2BEAC}"/>
              </a:ext>
            </a:extLst>
          </p:cNvPr>
          <p:cNvSpPr/>
          <p:nvPr userDrawn="1"/>
        </p:nvSpPr>
        <p:spPr>
          <a:xfrm rot="5400000">
            <a:off x="4208248" y="-1101253"/>
            <a:ext cx="6882498" cy="9085006"/>
          </a:xfrm>
          <a:custGeom>
            <a:avLst/>
            <a:gdLst>
              <a:gd name="connsiteX0" fmla="*/ 0 w 6858000"/>
              <a:gd name="connsiteY0" fmla="*/ 9085006 h 9085006"/>
              <a:gd name="connsiteX1" fmla="*/ 0 w 6858000"/>
              <a:gd name="connsiteY1" fmla="*/ 0 h 9085006"/>
              <a:gd name="connsiteX2" fmla="*/ 6858000 w 6858000"/>
              <a:gd name="connsiteY2" fmla="*/ 0 h 9085006"/>
              <a:gd name="connsiteX3" fmla="*/ 6858000 w 6858000"/>
              <a:gd name="connsiteY3" fmla="*/ 9054583 h 9085006"/>
              <a:gd name="connsiteX4" fmla="*/ 3475352 w 6858000"/>
              <a:gd name="connsiteY4" fmla="*/ 7944464 h 9085006"/>
              <a:gd name="connsiteX5" fmla="*/ 0 w 6858000"/>
              <a:gd name="connsiteY5" fmla="*/ 9085006 h 9085006"/>
              <a:gd name="connsiteX0" fmla="*/ 0 w 6858000"/>
              <a:gd name="connsiteY0" fmla="*/ 9085006 h 9085006"/>
              <a:gd name="connsiteX1" fmla="*/ 0 w 6858000"/>
              <a:gd name="connsiteY1" fmla="*/ 0 h 9085006"/>
              <a:gd name="connsiteX2" fmla="*/ 6858000 w 6858000"/>
              <a:gd name="connsiteY2" fmla="*/ 0 h 9085006"/>
              <a:gd name="connsiteX3" fmla="*/ 6858000 w 6858000"/>
              <a:gd name="connsiteY3" fmla="*/ 9054583 h 9085006"/>
              <a:gd name="connsiteX4" fmla="*/ 3414392 w 6858000"/>
              <a:gd name="connsiteY4" fmla="*/ 7913984 h 9085006"/>
              <a:gd name="connsiteX5" fmla="*/ 0 w 6858000"/>
              <a:gd name="connsiteY5" fmla="*/ 9085006 h 9085006"/>
              <a:gd name="connsiteX0" fmla="*/ 0 w 6858000"/>
              <a:gd name="connsiteY0" fmla="*/ 9085006 h 9085006"/>
              <a:gd name="connsiteX1" fmla="*/ 0 w 6858000"/>
              <a:gd name="connsiteY1" fmla="*/ 0 h 9085006"/>
              <a:gd name="connsiteX2" fmla="*/ 6858000 w 6858000"/>
              <a:gd name="connsiteY2" fmla="*/ 0 h 9085006"/>
              <a:gd name="connsiteX3" fmla="*/ 6858000 w 6858000"/>
              <a:gd name="connsiteY3" fmla="*/ 9054583 h 9085006"/>
              <a:gd name="connsiteX4" fmla="*/ 3428906 w 6858000"/>
              <a:gd name="connsiteY4" fmla="*/ 8138955 h 9085006"/>
              <a:gd name="connsiteX5" fmla="*/ 0 w 6858000"/>
              <a:gd name="connsiteY5" fmla="*/ 9085006 h 9085006"/>
              <a:gd name="connsiteX0" fmla="*/ 0 w 6882493"/>
              <a:gd name="connsiteY0" fmla="*/ 9085006 h 9085006"/>
              <a:gd name="connsiteX1" fmla="*/ 0 w 6882493"/>
              <a:gd name="connsiteY1" fmla="*/ 0 h 9085006"/>
              <a:gd name="connsiteX2" fmla="*/ 6858000 w 6882493"/>
              <a:gd name="connsiteY2" fmla="*/ 0 h 9085006"/>
              <a:gd name="connsiteX3" fmla="*/ 6882493 w 6882493"/>
              <a:gd name="connsiteY3" fmla="*/ 9070911 h 9085006"/>
              <a:gd name="connsiteX4" fmla="*/ 3428906 w 6882493"/>
              <a:gd name="connsiteY4" fmla="*/ 8138955 h 9085006"/>
              <a:gd name="connsiteX5" fmla="*/ 0 w 6882493"/>
              <a:gd name="connsiteY5" fmla="*/ 9085006 h 9085006"/>
              <a:gd name="connsiteX0" fmla="*/ 0 w 6874331"/>
              <a:gd name="connsiteY0" fmla="*/ 9085006 h 9085006"/>
              <a:gd name="connsiteX1" fmla="*/ 0 w 6874331"/>
              <a:gd name="connsiteY1" fmla="*/ 0 h 9085006"/>
              <a:gd name="connsiteX2" fmla="*/ 6858000 w 6874331"/>
              <a:gd name="connsiteY2" fmla="*/ 0 h 9085006"/>
              <a:gd name="connsiteX3" fmla="*/ 6874331 w 6874331"/>
              <a:gd name="connsiteY3" fmla="*/ 9062747 h 9085006"/>
              <a:gd name="connsiteX4" fmla="*/ 3428906 w 6874331"/>
              <a:gd name="connsiteY4" fmla="*/ 8138955 h 9085006"/>
              <a:gd name="connsiteX5" fmla="*/ 0 w 6874331"/>
              <a:gd name="connsiteY5" fmla="*/ 9085006 h 9085006"/>
              <a:gd name="connsiteX0" fmla="*/ 0 w 6882498"/>
              <a:gd name="connsiteY0" fmla="*/ 9085006 h 9085006"/>
              <a:gd name="connsiteX1" fmla="*/ 0 w 6882498"/>
              <a:gd name="connsiteY1" fmla="*/ 0 h 9085006"/>
              <a:gd name="connsiteX2" fmla="*/ 6858000 w 6882498"/>
              <a:gd name="connsiteY2" fmla="*/ 0 h 9085006"/>
              <a:gd name="connsiteX3" fmla="*/ 6882498 w 6882498"/>
              <a:gd name="connsiteY3" fmla="*/ 9079076 h 9085006"/>
              <a:gd name="connsiteX4" fmla="*/ 3428906 w 6882498"/>
              <a:gd name="connsiteY4" fmla="*/ 8138955 h 9085006"/>
              <a:gd name="connsiteX5" fmla="*/ 0 w 6882498"/>
              <a:gd name="connsiteY5" fmla="*/ 9085006 h 9085006"/>
              <a:gd name="connsiteX0" fmla="*/ 0 w 6882498"/>
              <a:gd name="connsiteY0" fmla="*/ 9085006 h 9085006"/>
              <a:gd name="connsiteX1" fmla="*/ 0 w 6882498"/>
              <a:gd name="connsiteY1" fmla="*/ 0 h 9085006"/>
              <a:gd name="connsiteX2" fmla="*/ 6858000 w 6882498"/>
              <a:gd name="connsiteY2" fmla="*/ 0 h 9085006"/>
              <a:gd name="connsiteX3" fmla="*/ 6882498 w 6882498"/>
              <a:gd name="connsiteY3" fmla="*/ 9079076 h 9085006"/>
              <a:gd name="connsiteX4" fmla="*/ 3428906 w 6882498"/>
              <a:gd name="connsiteY4" fmla="*/ 8138955 h 9085006"/>
              <a:gd name="connsiteX5" fmla="*/ 0 w 6882498"/>
              <a:gd name="connsiteY5" fmla="*/ 9085006 h 9085006"/>
              <a:gd name="connsiteX0" fmla="*/ 0 w 6882498"/>
              <a:gd name="connsiteY0" fmla="*/ 9085006 h 9085006"/>
              <a:gd name="connsiteX1" fmla="*/ 0 w 6882498"/>
              <a:gd name="connsiteY1" fmla="*/ 0 h 9085006"/>
              <a:gd name="connsiteX2" fmla="*/ 6858000 w 6882498"/>
              <a:gd name="connsiteY2" fmla="*/ 0 h 9085006"/>
              <a:gd name="connsiteX3" fmla="*/ 6882498 w 6882498"/>
              <a:gd name="connsiteY3" fmla="*/ 9079076 h 9085006"/>
              <a:gd name="connsiteX4" fmla="*/ 3455283 w 6882498"/>
              <a:gd name="connsiteY4" fmla="*/ 8130163 h 9085006"/>
              <a:gd name="connsiteX5" fmla="*/ 0 w 6882498"/>
              <a:gd name="connsiteY5" fmla="*/ 9085006 h 9085006"/>
              <a:gd name="connsiteX0" fmla="*/ 0 w 6882498"/>
              <a:gd name="connsiteY0" fmla="*/ 9085006 h 9085006"/>
              <a:gd name="connsiteX1" fmla="*/ 0 w 6882498"/>
              <a:gd name="connsiteY1" fmla="*/ 0 h 9085006"/>
              <a:gd name="connsiteX2" fmla="*/ 6858000 w 6882498"/>
              <a:gd name="connsiteY2" fmla="*/ 0 h 9085006"/>
              <a:gd name="connsiteX3" fmla="*/ 6882498 w 6882498"/>
              <a:gd name="connsiteY3" fmla="*/ 9079076 h 9085006"/>
              <a:gd name="connsiteX4" fmla="*/ 3455283 w 6882498"/>
              <a:gd name="connsiteY4" fmla="*/ 8138955 h 9085006"/>
              <a:gd name="connsiteX5" fmla="*/ 0 w 6882498"/>
              <a:gd name="connsiteY5" fmla="*/ 9085006 h 9085006"/>
              <a:gd name="connsiteX0" fmla="*/ 0 w 6882498"/>
              <a:gd name="connsiteY0" fmla="*/ 9085006 h 9085006"/>
              <a:gd name="connsiteX1" fmla="*/ 0 w 6882498"/>
              <a:gd name="connsiteY1" fmla="*/ 0 h 9085006"/>
              <a:gd name="connsiteX2" fmla="*/ 6858000 w 6882498"/>
              <a:gd name="connsiteY2" fmla="*/ 0 h 9085006"/>
              <a:gd name="connsiteX3" fmla="*/ 6882498 w 6882498"/>
              <a:gd name="connsiteY3" fmla="*/ 9079076 h 9085006"/>
              <a:gd name="connsiteX4" fmla="*/ 3428906 w 6882498"/>
              <a:gd name="connsiteY4" fmla="*/ 8156540 h 9085006"/>
              <a:gd name="connsiteX5" fmla="*/ 0 w 6882498"/>
              <a:gd name="connsiteY5" fmla="*/ 9085006 h 9085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82498" h="9085006">
                <a:moveTo>
                  <a:pt x="0" y="9085006"/>
                </a:moveTo>
                <a:lnTo>
                  <a:pt x="0" y="0"/>
                </a:lnTo>
                <a:lnTo>
                  <a:pt x="6858000" y="0"/>
                </a:lnTo>
                <a:cubicBezTo>
                  <a:pt x="6866164" y="3023637"/>
                  <a:pt x="6874334" y="6055439"/>
                  <a:pt x="6882498" y="9079076"/>
                </a:cubicBezTo>
                <a:lnTo>
                  <a:pt x="3428906" y="8156540"/>
                </a:lnTo>
                <a:lnTo>
                  <a:pt x="0" y="9085006"/>
                </a:lnTo>
                <a:close/>
              </a:path>
            </a:pathLst>
          </a:custGeom>
          <a:gradFill flip="none" rotWithShape="1">
            <a:gsLst>
              <a:gs pos="100000">
                <a:schemeClr val="accent1"/>
              </a:gs>
              <a:gs pos="0">
                <a:schemeClr val="accent3"/>
              </a:gs>
            </a:gsLst>
            <a:lin ang="18900000" scaled="1"/>
            <a:tileRect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787A8BF8-8B64-7345-B8D8-D2B005A404F1}"/>
              </a:ext>
            </a:extLst>
          </p:cNvPr>
          <p:cNvGrpSpPr/>
          <p:nvPr userDrawn="1"/>
        </p:nvGrpSpPr>
        <p:grpSpPr>
          <a:xfrm>
            <a:off x="2924849" y="0"/>
            <a:ext cx="1127505" cy="6876000"/>
            <a:chOff x="3945699" y="0"/>
            <a:chExt cx="1127505" cy="6876000"/>
          </a:xfrm>
        </p:grpSpPr>
        <p:sp>
          <p:nvSpPr>
            <p:cNvPr id="16" name="Нашивка 15">
              <a:extLst>
                <a:ext uri="{FF2B5EF4-FFF2-40B4-BE49-F238E27FC236}">
                  <a16:creationId xmlns:a16="http://schemas.microsoft.com/office/drawing/2014/main" id="{503AA737-7731-5D4B-93E9-8170425CDD10}"/>
                </a:ext>
              </a:extLst>
            </p:cNvPr>
            <p:cNvSpPr/>
            <p:nvPr/>
          </p:nvSpPr>
          <p:spPr>
            <a:xfrm>
              <a:off x="4042681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7" name="Нашивка 16">
              <a:extLst>
                <a:ext uri="{FF2B5EF4-FFF2-40B4-BE49-F238E27FC236}">
                  <a16:creationId xmlns:a16="http://schemas.microsoft.com/office/drawing/2014/main" id="{12E1EB47-C8D5-324D-A43E-748FF75CD008}"/>
                </a:ext>
              </a:extLst>
            </p:cNvPr>
            <p:cNvSpPr/>
            <p:nvPr/>
          </p:nvSpPr>
          <p:spPr>
            <a:xfrm>
              <a:off x="3945699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Заголовок 16">
            <a:extLst>
              <a:ext uri="{FF2B5EF4-FFF2-40B4-BE49-F238E27FC236}">
                <a16:creationId xmlns:a16="http://schemas.microsoft.com/office/drawing/2014/main" id="{9BB290FA-0BE0-FF40-A96B-5BE20DC037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2018961" cy="685801"/>
          </a:xfrm>
          <a:prstGeom prst="rect">
            <a:avLst/>
          </a:prstGeo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sp>
        <p:nvSpPr>
          <p:cNvPr id="11" name="Текст 2">
            <a:extLst>
              <a:ext uri="{FF2B5EF4-FFF2-40B4-BE49-F238E27FC236}">
                <a16:creationId xmlns:a16="http://schemas.microsoft.com/office/drawing/2014/main" id="{8802F073-65C6-D84E-933F-CC5D06A78CD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2026007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/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2" name="Прямая соединительная линия 21">
            <a:extLst>
              <a:ext uri="{FF2B5EF4-FFF2-40B4-BE49-F238E27FC236}">
                <a16:creationId xmlns:a16="http://schemas.microsoft.com/office/drawing/2014/main" id="{4F4F6C43-8A86-D747-AC1B-5F7BD5E807F5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FCF5145-1BA6-D741-8DAD-6CF2FFCBCFE9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1"/>
                </a:solidFill>
              </a:rPr>
              <a:pPr algn="l"/>
              <a:t>‹#›</a:t>
            </a:fld>
            <a:endParaRPr lang="ru-RU" sz="1000" dirty="0">
              <a:solidFill>
                <a:schemeClr val="bg1"/>
              </a:solidFill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0E817CBE-2F70-0546-BC57-D869DBF7B28C}"/>
              </a:ext>
            </a:extLst>
          </p:cNvPr>
          <p:cNvSpPr/>
          <p:nvPr userDrawn="1"/>
        </p:nvSpPr>
        <p:spPr>
          <a:xfrm>
            <a:off x="7572836" y="6449182"/>
            <a:ext cx="3463636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ru-RU" sz="600" dirty="0">
                <a:solidFill>
                  <a:schemeClr val="bg1"/>
                </a:solidFill>
              </a:rPr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</a:p>
        </p:txBody>
      </p:sp>
      <p:pic>
        <p:nvPicPr>
          <p:cNvPr id="18" name="Рисунок 17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4770" y="542125"/>
            <a:ext cx="1048781" cy="42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880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Мастер-слайд: стрелка и 1/2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00137109-3779-E74D-A50A-BAD2E6958E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4710637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Полилиния 14">
            <a:extLst>
              <a:ext uri="{FF2B5EF4-FFF2-40B4-BE49-F238E27FC236}">
                <a16:creationId xmlns:a16="http://schemas.microsoft.com/office/drawing/2014/main" id="{83C1CB54-B30C-8443-AF30-7FD7D4FB9756}"/>
              </a:ext>
            </a:extLst>
          </p:cNvPr>
          <p:cNvSpPr/>
          <p:nvPr userDrawn="1"/>
        </p:nvSpPr>
        <p:spPr>
          <a:xfrm>
            <a:off x="5608219" y="0"/>
            <a:ext cx="6583781" cy="6858000"/>
          </a:xfrm>
          <a:custGeom>
            <a:avLst/>
            <a:gdLst>
              <a:gd name="connsiteX0" fmla="*/ 0 w 6583781"/>
              <a:gd name="connsiteY0" fmla="*/ 0 h 6858000"/>
              <a:gd name="connsiteX1" fmla="*/ 6583781 w 6583781"/>
              <a:gd name="connsiteY1" fmla="*/ 0 h 6858000"/>
              <a:gd name="connsiteX2" fmla="*/ 6583781 w 6583781"/>
              <a:gd name="connsiteY2" fmla="*/ 6858000 h 6858000"/>
              <a:gd name="connsiteX3" fmla="*/ 30423 w 6583781"/>
              <a:gd name="connsiteY3" fmla="*/ 6858000 h 6858000"/>
              <a:gd name="connsiteX4" fmla="*/ 1171022 w 6583781"/>
              <a:gd name="connsiteY4" fmla="*/ 3414392 h 6858000"/>
              <a:gd name="connsiteX5" fmla="*/ 0 w 6583781"/>
              <a:gd name="connsiteY5" fmla="*/ 0 h 6858000"/>
              <a:gd name="connsiteX0" fmla="*/ 0 w 6583781"/>
              <a:gd name="connsiteY0" fmla="*/ 0 h 6858000"/>
              <a:gd name="connsiteX1" fmla="*/ 6583781 w 6583781"/>
              <a:gd name="connsiteY1" fmla="*/ 0 h 6858000"/>
              <a:gd name="connsiteX2" fmla="*/ 6583781 w 6583781"/>
              <a:gd name="connsiteY2" fmla="*/ 6858000 h 6858000"/>
              <a:gd name="connsiteX3" fmla="*/ 30423 w 6583781"/>
              <a:gd name="connsiteY3" fmla="*/ 6858000 h 6858000"/>
              <a:gd name="connsiteX4" fmla="*/ 889668 w 6583781"/>
              <a:gd name="connsiteY4" fmla="*/ 3431977 h 6858000"/>
              <a:gd name="connsiteX5" fmla="*/ 0 w 6583781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83781" h="6858000">
                <a:moveTo>
                  <a:pt x="0" y="0"/>
                </a:moveTo>
                <a:lnTo>
                  <a:pt x="6583781" y="0"/>
                </a:lnTo>
                <a:lnTo>
                  <a:pt x="6583781" y="6858000"/>
                </a:lnTo>
                <a:lnTo>
                  <a:pt x="30423" y="6858000"/>
                </a:lnTo>
                <a:lnTo>
                  <a:pt x="889668" y="3431977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D9E37F7E-C336-9643-AC5D-D0FE6DDD67EF}"/>
              </a:ext>
            </a:extLst>
          </p:cNvPr>
          <p:cNvGrpSpPr/>
          <p:nvPr userDrawn="1"/>
        </p:nvGrpSpPr>
        <p:grpSpPr>
          <a:xfrm>
            <a:off x="5436180" y="0"/>
            <a:ext cx="1127505" cy="6876000"/>
            <a:chOff x="3945699" y="0"/>
            <a:chExt cx="1127505" cy="6876000"/>
          </a:xfrm>
        </p:grpSpPr>
        <p:sp>
          <p:nvSpPr>
            <p:cNvPr id="14" name="Нашивка 13">
              <a:extLst>
                <a:ext uri="{FF2B5EF4-FFF2-40B4-BE49-F238E27FC236}">
                  <a16:creationId xmlns:a16="http://schemas.microsoft.com/office/drawing/2014/main" id="{6C324F41-AF03-884E-8654-6E6664AB8733}"/>
                </a:ext>
              </a:extLst>
            </p:cNvPr>
            <p:cNvSpPr/>
            <p:nvPr/>
          </p:nvSpPr>
          <p:spPr>
            <a:xfrm>
              <a:off x="4042681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6" name="Нашивка 15">
              <a:extLst>
                <a:ext uri="{FF2B5EF4-FFF2-40B4-BE49-F238E27FC236}">
                  <a16:creationId xmlns:a16="http://schemas.microsoft.com/office/drawing/2014/main" id="{512D1BF3-1C93-CE45-8DB2-34E0032C5AC3}"/>
                </a:ext>
              </a:extLst>
            </p:cNvPr>
            <p:cNvSpPr/>
            <p:nvPr/>
          </p:nvSpPr>
          <p:spPr>
            <a:xfrm>
              <a:off x="3945699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B5CA5854-7C33-0F4E-9038-C1C13F4ABB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4530292" cy="685801"/>
          </a:xfrm>
          <a:prstGeom prst="rect">
            <a:avLst/>
          </a:prstGeo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sp>
        <p:nvSpPr>
          <p:cNvPr id="12" name="Текст 2">
            <a:extLst>
              <a:ext uri="{FF2B5EF4-FFF2-40B4-BE49-F238E27FC236}">
                <a16:creationId xmlns:a16="http://schemas.microsoft.com/office/drawing/2014/main" id="{881D8B47-EB7C-6649-BF93-51455D9DB8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8" y="6359240"/>
            <a:ext cx="4484244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/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583FD54A-88D9-B845-A3A6-718A291D6967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921445E-F72C-C24D-90CE-E133ECE97A0C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2"/>
                </a:solidFill>
              </a:rPr>
              <a:pPr algn="l"/>
              <a:t>‹#›</a:t>
            </a:fld>
            <a:endParaRPr lang="ru-RU" sz="1000" dirty="0">
              <a:solidFill>
                <a:schemeClr val="bg2"/>
              </a:solidFill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2B306DE-382D-7849-B66D-0EEE39DFB747}"/>
              </a:ext>
            </a:extLst>
          </p:cNvPr>
          <p:cNvSpPr/>
          <p:nvPr userDrawn="1"/>
        </p:nvSpPr>
        <p:spPr>
          <a:xfrm>
            <a:off x="7572836" y="6449182"/>
            <a:ext cx="3463636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ru-RU" sz="600" dirty="0">
                <a:solidFill>
                  <a:schemeClr val="bg2"/>
                </a:solidFill>
              </a:rPr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</a:p>
        </p:txBody>
      </p:sp>
      <p:pic>
        <p:nvPicPr>
          <p:cNvPr id="18" name="Рисунок 17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7360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Мастер-слайд: стрелка и 1/2 градиен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69CBA11B-339F-4343-A51B-93F6F783B11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9335543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Полилиния 13">
            <a:extLst>
              <a:ext uri="{FF2B5EF4-FFF2-40B4-BE49-F238E27FC236}">
                <a16:creationId xmlns:a16="http://schemas.microsoft.com/office/drawing/2014/main" id="{95D8B76D-246E-4242-9780-F969AA656163}"/>
              </a:ext>
            </a:extLst>
          </p:cNvPr>
          <p:cNvSpPr/>
          <p:nvPr userDrawn="1"/>
        </p:nvSpPr>
        <p:spPr>
          <a:xfrm>
            <a:off x="5608219" y="0"/>
            <a:ext cx="6583781" cy="6858000"/>
          </a:xfrm>
          <a:custGeom>
            <a:avLst/>
            <a:gdLst>
              <a:gd name="connsiteX0" fmla="*/ 0 w 6583781"/>
              <a:gd name="connsiteY0" fmla="*/ 0 h 6858000"/>
              <a:gd name="connsiteX1" fmla="*/ 6583781 w 6583781"/>
              <a:gd name="connsiteY1" fmla="*/ 0 h 6858000"/>
              <a:gd name="connsiteX2" fmla="*/ 6583781 w 6583781"/>
              <a:gd name="connsiteY2" fmla="*/ 6858000 h 6858000"/>
              <a:gd name="connsiteX3" fmla="*/ 30423 w 6583781"/>
              <a:gd name="connsiteY3" fmla="*/ 6858000 h 6858000"/>
              <a:gd name="connsiteX4" fmla="*/ 1171022 w 6583781"/>
              <a:gd name="connsiteY4" fmla="*/ 3414392 h 6858000"/>
              <a:gd name="connsiteX5" fmla="*/ 0 w 6583781"/>
              <a:gd name="connsiteY5" fmla="*/ 0 h 6858000"/>
              <a:gd name="connsiteX0" fmla="*/ 0 w 6583781"/>
              <a:gd name="connsiteY0" fmla="*/ 0 h 6858000"/>
              <a:gd name="connsiteX1" fmla="*/ 6583781 w 6583781"/>
              <a:gd name="connsiteY1" fmla="*/ 0 h 6858000"/>
              <a:gd name="connsiteX2" fmla="*/ 6583781 w 6583781"/>
              <a:gd name="connsiteY2" fmla="*/ 6858000 h 6858000"/>
              <a:gd name="connsiteX3" fmla="*/ 30423 w 6583781"/>
              <a:gd name="connsiteY3" fmla="*/ 6858000 h 6858000"/>
              <a:gd name="connsiteX4" fmla="*/ 889668 w 6583781"/>
              <a:gd name="connsiteY4" fmla="*/ 3431977 h 6858000"/>
              <a:gd name="connsiteX5" fmla="*/ 0 w 6583781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83781" h="6858000">
                <a:moveTo>
                  <a:pt x="0" y="0"/>
                </a:moveTo>
                <a:lnTo>
                  <a:pt x="6583781" y="0"/>
                </a:lnTo>
                <a:lnTo>
                  <a:pt x="6583781" y="6858000"/>
                </a:lnTo>
                <a:lnTo>
                  <a:pt x="30423" y="6858000"/>
                </a:lnTo>
                <a:lnTo>
                  <a:pt x="889668" y="3431977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100000">
                <a:schemeClr val="accent1"/>
              </a:gs>
              <a:gs pos="0">
                <a:schemeClr val="accent3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B6BCBCD4-687C-B942-A7C2-195FA422A45D}"/>
              </a:ext>
            </a:extLst>
          </p:cNvPr>
          <p:cNvGrpSpPr/>
          <p:nvPr userDrawn="1"/>
        </p:nvGrpSpPr>
        <p:grpSpPr>
          <a:xfrm>
            <a:off x="5436180" y="0"/>
            <a:ext cx="1127505" cy="6876000"/>
            <a:chOff x="3945699" y="0"/>
            <a:chExt cx="1127505" cy="6876000"/>
          </a:xfrm>
        </p:grpSpPr>
        <p:sp>
          <p:nvSpPr>
            <p:cNvPr id="17" name="Нашивка 16">
              <a:extLst>
                <a:ext uri="{FF2B5EF4-FFF2-40B4-BE49-F238E27FC236}">
                  <a16:creationId xmlns:a16="http://schemas.microsoft.com/office/drawing/2014/main" id="{44BEE77A-ECE5-9849-966B-ADB933E20C59}"/>
                </a:ext>
              </a:extLst>
            </p:cNvPr>
            <p:cNvSpPr/>
            <p:nvPr/>
          </p:nvSpPr>
          <p:spPr>
            <a:xfrm>
              <a:off x="4042681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8" name="Нашивка 17">
              <a:extLst>
                <a:ext uri="{FF2B5EF4-FFF2-40B4-BE49-F238E27FC236}">
                  <a16:creationId xmlns:a16="http://schemas.microsoft.com/office/drawing/2014/main" id="{3160A6F8-107F-B64B-9A0D-D4C75BA521F9}"/>
                </a:ext>
              </a:extLst>
            </p:cNvPr>
            <p:cNvSpPr/>
            <p:nvPr/>
          </p:nvSpPr>
          <p:spPr>
            <a:xfrm>
              <a:off x="3945699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sp>
        <p:nvSpPr>
          <p:cNvPr id="15" name="Заголовок 16">
            <a:extLst>
              <a:ext uri="{FF2B5EF4-FFF2-40B4-BE49-F238E27FC236}">
                <a16:creationId xmlns:a16="http://schemas.microsoft.com/office/drawing/2014/main" id="{0CDC513E-0CE6-1F41-8110-6F28BDD1B7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4530292" cy="685801"/>
          </a:xfrm>
          <a:prstGeom prst="rect">
            <a:avLst/>
          </a:prstGeo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sp>
        <p:nvSpPr>
          <p:cNvPr id="11" name="Текст 2">
            <a:extLst>
              <a:ext uri="{FF2B5EF4-FFF2-40B4-BE49-F238E27FC236}">
                <a16:creationId xmlns:a16="http://schemas.microsoft.com/office/drawing/2014/main" id="{D611BEAC-70B9-344B-A434-68FE15195B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8" y="6359240"/>
            <a:ext cx="4484244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/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EFE53861-EA93-B74C-83AD-DDA0FF9DF0D7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A0D4C207-E31F-0D4F-B51E-43EF9953B4D0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1"/>
                </a:solidFill>
              </a:rPr>
              <a:pPr algn="l"/>
              <a:t>‹#›</a:t>
            </a:fld>
            <a:endParaRPr lang="ru-RU" sz="1000" dirty="0">
              <a:solidFill>
                <a:schemeClr val="bg1"/>
              </a:solidFill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F0036A70-831E-A143-B5D4-B6AB77EC5AF4}"/>
              </a:ext>
            </a:extLst>
          </p:cNvPr>
          <p:cNvSpPr/>
          <p:nvPr userDrawn="1"/>
        </p:nvSpPr>
        <p:spPr>
          <a:xfrm>
            <a:off x="7572836" y="6449182"/>
            <a:ext cx="3463636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ru-RU" sz="600" dirty="0">
                <a:solidFill>
                  <a:schemeClr val="bg1"/>
                </a:solidFill>
              </a:rPr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</a:p>
        </p:txBody>
      </p:sp>
      <p:pic>
        <p:nvPicPr>
          <p:cNvPr id="19" name="Рисунок 18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4770" y="542125"/>
            <a:ext cx="1048781" cy="42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3852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Мастер-слайд: стрелка и 1/3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олилиния 13">
            <a:extLst>
              <a:ext uri="{FF2B5EF4-FFF2-40B4-BE49-F238E27FC236}">
                <a16:creationId xmlns:a16="http://schemas.microsoft.com/office/drawing/2014/main" id="{B73C5764-6228-A64E-8D79-ACA932C1457A}"/>
              </a:ext>
            </a:extLst>
          </p:cNvPr>
          <p:cNvSpPr/>
          <p:nvPr userDrawn="1"/>
        </p:nvSpPr>
        <p:spPr>
          <a:xfrm>
            <a:off x="7867461" y="0"/>
            <a:ext cx="4324539" cy="6858000"/>
          </a:xfrm>
          <a:custGeom>
            <a:avLst/>
            <a:gdLst>
              <a:gd name="connsiteX0" fmla="*/ 0 w 4238145"/>
              <a:gd name="connsiteY0" fmla="*/ 0 h 6858000"/>
              <a:gd name="connsiteX1" fmla="*/ 4238145 w 4238145"/>
              <a:gd name="connsiteY1" fmla="*/ 0 h 6858000"/>
              <a:gd name="connsiteX2" fmla="*/ 4238145 w 4238145"/>
              <a:gd name="connsiteY2" fmla="*/ 6858000 h 6858000"/>
              <a:gd name="connsiteX3" fmla="*/ 30423 w 4238145"/>
              <a:gd name="connsiteY3" fmla="*/ 6858000 h 6858000"/>
              <a:gd name="connsiteX4" fmla="*/ 1171022 w 4238145"/>
              <a:gd name="connsiteY4" fmla="*/ 3414392 h 6858000"/>
              <a:gd name="connsiteX5" fmla="*/ 0 w 4238145"/>
              <a:gd name="connsiteY5" fmla="*/ 0 h 6858000"/>
              <a:gd name="connsiteX0" fmla="*/ 0 w 4238145"/>
              <a:gd name="connsiteY0" fmla="*/ 0 h 6858000"/>
              <a:gd name="connsiteX1" fmla="*/ 4238145 w 4238145"/>
              <a:gd name="connsiteY1" fmla="*/ 0 h 6858000"/>
              <a:gd name="connsiteX2" fmla="*/ 4238145 w 4238145"/>
              <a:gd name="connsiteY2" fmla="*/ 6858000 h 6858000"/>
              <a:gd name="connsiteX3" fmla="*/ 30423 w 4238145"/>
              <a:gd name="connsiteY3" fmla="*/ 6858000 h 6858000"/>
              <a:gd name="connsiteX4" fmla="*/ 863204 w 4238145"/>
              <a:gd name="connsiteY4" fmla="*/ 3414392 h 6858000"/>
              <a:gd name="connsiteX5" fmla="*/ 0 w 4238145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38145" h="6858000">
                <a:moveTo>
                  <a:pt x="0" y="0"/>
                </a:moveTo>
                <a:lnTo>
                  <a:pt x="4238145" y="0"/>
                </a:lnTo>
                <a:lnTo>
                  <a:pt x="4238145" y="6858000"/>
                </a:lnTo>
                <a:lnTo>
                  <a:pt x="30423" y="6858000"/>
                </a:lnTo>
                <a:lnTo>
                  <a:pt x="863204" y="341439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7E450DD2-28F5-D947-A104-00BF2053FC43}"/>
              </a:ext>
            </a:extLst>
          </p:cNvPr>
          <p:cNvGrpSpPr/>
          <p:nvPr userDrawn="1"/>
        </p:nvGrpSpPr>
        <p:grpSpPr>
          <a:xfrm>
            <a:off x="7700393" y="0"/>
            <a:ext cx="1127505" cy="6876000"/>
            <a:chOff x="3945699" y="0"/>
            <a:chExt cx="1127505" cy="6876000"/>
          </a:xfrm>
        </p:grpSpPr>
        <p:sp>
          <p:nvSpPr>
            <p:cNvPr id="15" name="Нашивка 14">
              <a:extLst>
                <a:ext uri="{FF2B5EF4-FFF2-40B4-BE49-F238E27FC236}">
                  <a16:creationId xmlns:a16="http://schemas.microsoft.com/office/drawing/2014/main" id="{DBAFEF0B-B938-F747-AA7D-B42D5762CA62}"/>
                </a:ext>
              </a:extLst>
            </p:cNvPr>
            <p:cNvSpPr/>
            <p:nvPr/>
          </p:nvSpPr>
          <p:spPr>
            <a:xfrm>
              <a:off x="4042681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6" name="Нашивка 15">
              <a:extLst>
                <a:ext uri="{FF2B5EF4-FFF2-40B4-BE49-F238E27FC236}">
                  <a16:creationId xmlns:a16="http://schemas.microsoft.com/office/drawing/2014/main" id="{95B84EB3-72B9-E24B-83A0-B4E4F32A624A}"/>
                </a:ext>
              </a:extLst>
            </p:cNvPr>
            <p:cNvSpPr/>
            <p:nvPr/>
          </p:nvSpPr>
          <p:spPr>
            <a:xfrm>
              <a:off x="3945699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2D5A29B1-A881-4045-93B2-D4CD3FFCDE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5" y="402822"/>
            <a:ext cx="6794505" cy="685801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sp>
        <p:nvSpPr>
          <p:cNvPr id="12" name="Текст 2">
            <a:extLst>
              <a:ext uri="{FF2B5EF4-FFF2-40B4-BE49-F238E27FC236}">
                <a16:creationId xmlns:a16="http://schemas.microsoft.com/office/drawing/2014/main" id="{4FCF6F75-CDFE-5949-A756-FBF1DFE0E3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6575811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/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0BB92506-89F4-1C47-BC01-EF0FC7D21D35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AEA8BC5-FDA6-2F47-A42D-A1F412C35823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2"/>
                </a:solidFill>
              </a:rPr>
              <a:pPr algn="l"/>
              <a:t>‹#›</a:t>
            </a:fld>
            <a:endParaRPr lang="ru-RU" sz="1000" dirty="0">
              <a:solidFill>
                <a:schemeClr val="bg2"/>
              </a:solidFill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87440636-FBEA-9C4A-BD85-538C703A4139}"/>
              </a:ext>
            </a:extLst>
          </p:cNvPr>
          <p:cNvSpPr/>
          <p:nvPr userDrawn="1"/>
        </p:nvSpPr>
        <p:spPr>
          <a:xfrm>
            <a:off x="8730916" y="6403462"/>
            <a:ext cx="2305556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ru-RU" sz="600" dirty="0">
                <a:solidFill>
                  <a:schemeClr val="bg2"/>
                </a:solidFill>
              </a:rPr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</a:p>
        </p:txBody>
      </p:sp>
      <p:pic>
        <p:nvPicPr>
          <p:cNvPr id="18" name="Рисунок 1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6063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Мастер-слайд: стрелка и 1/3 градиен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728AC313-AE0F-7240-97AF-55E3100A0A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1344305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Полилиния 14">
            <a:extLst>
              <a:ext uri="{FF2B5EF4-FFF2-40B4-BE49-F238E27FC236}">
                <a16:creationId xmlns:a16="http://schemas.microsoft.com/office/drawing/2014/main" id="{3E4394A5-8516-5C4F-93B1-59FD8825F990}"/>
              </a:ext>
            </a:extLst>
          </p:cNvPr>
          <p:cNvSpPr/>
          <p:nvPr userDrawn="1"/>
        </p:nvSpPr>
        <p:spPr>
          <a:xfrm>
            <a:off x="7867461" y="0"/>
            <a:ext cx="4324539" cy="6858000"/>
          </a:xfrm>
          <a:custGeom>
            <a:avLst/>
            <a:gdLst>
              <a:gd name="connsiteX0" fmla="*/ 0 w 4238145"/>
              <a:gd name="connsiteY0" fmla="*/ 0 h 6858000"/>
              <a:gd name="connsiteX1" fmla="*/ 4238145 w 4238145"/>
              <a:gd name="connsiteY1" fmla="*/ 0 h 6858000"/>
              <a:gd name="connsiteX2" fmla="*/ 4238145 w 4238145"/>
              <a:gd name="connsiteY2" fmla="*/ 6858000 h 6858000"/>
              <a:gd name="connsiteX3" fmla="*/ 30423 w 4238145"/>
              <a:gd name="connsiteY3" fmla="*/ 6858000 h 6858000"/>
              <a:gd name="connsiteX4" fmla="*/ 1171022 w 4238145"/>
              <a:gd name="connsiteY4" fmla="*/ 3414392 h 6858000"/>
              <a:gd name="connsiteX5" fmla="*/ 0 w 4238145"/>
              <a:gd name="connsiteY5" fmla="*/ 0 h 6858000"/>
              <a:gd name="connsiteX0" fmla="*/ 0 w 4238145"/>
              <a:gd name="connsiteY0" fmla="*/ 0 h 6858000"/>
              <a:gd name="connsiteX1" fmla="*/ 4238145 w 4238145"/>
              <a:gd name="connsiteY1" fmla="*/ 0 h 6858000"/>
              <a:gd name="connsiteX2" fmla="*/ 4238145 w 4238145"/>
              <a:gd name="connsiteY2" fmla="*/ 6858000 h 6858000"/>
              <a:gd name="connsiteX3" fmla="*/ 30423 w 4238145"/>
              <a:gd name="connsiteY3" fmla="*/ 6858000 h 6858000"/>
              <a:gd name="connsiteX4" fmla="*/ 863204 w 4238145"/>
              <a:gd name="connsiteY4" fmla="*/ 3414392 h 6858000"/>
              <a:gd name="connsiteX5" fmla="*/ 0 w 4238145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38145" h="6858000">
                <a:moveTo>
                  <a:pt x="0" y="0"/>
                </a:moveTo>
                <a:lnTo>
                  <a:pt x="4238145" y="0"/>
                </a:lnTo>
                <a:lnTo>
                  <a:pt x="4238145" y="6858000"/>
                </a:lnTo>
                <a:lnTo>
                  <a:pt x="30423" y="6858000"/>
                </a:lnTo>
                <a:lnTo>
                  <a:pt x="863204" y="3414392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100000">
                <a:schemeClr val="accent1"/>
              </a:gs>
              <a:gs pos="0">
                <a:schemeClr val="accent3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AC4DF46C-98E3-5A40-9CAE-0AA278B874A6}"/>
              </a:ext>
            </a:extLst>
          </p:cNvPr>
          <p:cNvGrpSpPr/>
          <p:nvPr userDrawn="1"/>
        </p:nvGrpSpPr>
        <p:grpSpPr>
          <a:xfrm>
            <a:off x="7700393" y="0"/>
            <a:ext cx="1127505" cy="6876000"/>
            <a:chOff x="3945699" y="0"/>
            <a:chExt cx="1127505" cy="6876000"/>
          </a:xfrm>
        </p:grpSpPr>
        <p:sp>
          <p:nvSpPr>
            <p:cNvPr id="17" name="Нашивка 16">
              <a:extLst>
                <a:ext uri="{FF2B5EF4-FFF2-40B4-BE49-F238E27FC236}">
                  <a16:creationId xmlns:a16="http://schemas.microsoft.com/office/drawing/2014/main" id="{8A8AECCE-0BAB-984D-A823-45462B988A31}"/>
                </a:ext>
              </a:extLst>
            </p:cNvPr>
            <p:cNvSpPr/>
            <p:nvPr/>
          </p:nvSpPr>
          <p:spPr>
            <a:xfrm>
              <a:off x="4042681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8" name="Нашивка 17">
              <a:extLst>
                <a:ext uri="{FF2B5EF4-FFF2-40B4-BE49-F238E27FC236}">
                  <a16:creationId xmlns:a16="http://schemas.microsoft.com/office/drawing/2014/main" id="{1099A9C1-5BA1-6246-BE47-2388262AA189}"/>
                </a:ext>
              </a:extLst>
            </p:cNvPr>
            <p:cNvSpPr/>
            <p:nvPr/>
          </p:nvSpPr>
          <p:spPr>
            <a:xfrm>
              <a:off x="3945699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Заголовок 16">
            <a:extLst>
              <a:ext uri="{FF2B5EF4-FFF2-40B4-BE49-F238E27FC236}">
                <a16:creationId xmlns:a16="http://schemas.microsoft.com/office/drawing/2014/main" id="{A903A132-9B07-D44A-AFDD-0E7A30FD3C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5" y="402822"/>
            <a:ext cx="6794505" cy="685801"/>
          </a:xfrm>
          <a:prstGeom prst="rect">
            <a:avLst/>
          </a:prstGeo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F716540C-C742-1342-996B-E961D68B104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6575811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/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5" name="Прямая соединительная линия 24">
            <a:extLst>
              <a:ext uri="{FF2B5EF4-FFF2-40B4-BE49-F238E27FC236}">
                <a16:creationId xmlns:a16="http://schemas.microsoft.com/office/drawing/2014/main" id="{3C37F96A-3E4F-BA4B-8A1A-82AEC35CA166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36D87D8-A92A-0646-8EF1-4BC826D6A089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1"/>
                </a:solidFill>
              </a:rPr>
              <a:pPr algn="l"/>
              <a:t>‹#›</a:t>
            </a:fld>
            <a:endParaRPr lang="ru-RU" sz="1000" dirty="0">
              <a:solidFill>
                <a:schemeClr val="bg1"/>
              </a:solidFill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23AA01FA-BEAB-E54B-8013-4B0CB49E6A59}"/>
              </a:ext>
            </a:extLst>
          </p:cNvPr>
          <p:cNvSpPr/>
          <p:nvPr userDrawn="1"/>
        </p:nvSpPr>
        <p:spPr>
          <a:xfrm>
            <a:off x="8730916" y="6403462"/>
            <a:ext cx="2305556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ru-RU" sz="600" dirty="0">
                <a:solidFill>
                  <a:schemeClr val="bg1"/>
                </a:solidFill>
              </a:rPr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</a:p>
        </p:txBody>
      </p:sp>
      <p:pic>
        <p:nvPicPr>
          <p:cNvPr id="20" name="Рисунок 1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4770" y="542125"/>
            <a:ext cx="1048781" cy="42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6190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: градиент и фото">
    <p:bg>
      <p:bgPr>
        <a:gradFill>
          <a:gsLst>
            <a:gs pos="100000">
              <a:schemeClr val="accent1"/>
            </a:gs>
            <a:gs pos="0">
              <a:schemeClr val="accent3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0E299884-2EFC-A04C-81A3-D7BA8D9E87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8515" y="2875002"/>
            <a:ext cx="3896360" cy="1107996"/>
          </a:xfrm>
        </p:spPr>
        <p:txBody>
          <a:bodyPr lIns="0" tIns="0" rIns="0" bIns="0" anchor="ctr">
            <a:spAutoFit/>
          </a:bodyPr>
          <a:lstStyle>
            <a:lvl1pPr>
              <a:lnSpc>
                <a:spcPct val="100000"/>
              </a:lnSpc>
              <a:defRPr sz="36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12C2943B-23A6-4A4F-B59D-88F37772CE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18515" y="4680061"/>
            <a:ext cx="3913727" cy="249299"/>
          </a:xfrm>
        </p:spPr>
        <p:txBody>
          <a:bodyPr lIns="0" tIns="0" rIns="0" bIns="0" anchor="t">
            <a:spAutoFit/>
          </a:bodyPr>
          <a:lstStyle>
            <a:lvl1pPr marL="0" indent="0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7FC04A9B-27B5-CD47-BA41-E6296863E5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0476" y="6433808"/>
            <a:ext cx="792693" cy="193716"/>
          </a:xfrm>
        </p:spPr>
        <p:txBody>
          <a:bodyPr lIns="0" tIns="0" rIns="0" bIns="0" anchor="ctr">
            <a:noAutofit/>
          </a:bodyPr>
          <a:lstStyle>
            <a:lvl1pPr marL="0" indent="0" algn="l">
              <a:buNone/>
              <a:defRPr sz="1200">
                <a:solidFill>
                  <a:schemeClr val="bg1"/>
                </a:solidFill>
              </a:defRPr>
            </a:lvl1pPr>
            <a:lvl2pPr marL="4572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ru-RU" dirty="0"/>
              <a:t>Дата</a:t>
            </a:r>
          </a:p>
        </p:txBody>
      </p:sp>
      <p:sp>
        <p:nvSpPr>
          <p:cNvPr id="14" name="Рисунок 21">
            <a:extLst>
              <a:ext uri="{FF2B5EF4-FFF2-40B4-BE49-F238E27FC236}">
                <a16:creationId xmlns:a16="http://schemas.microsoft.com/office/drawing/2014/main" id="{B66BD355-4C68-494D-AEE1-A0EDEC8B03F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64397" y="-2744"/>
            <a:ext cx="7317201" cy="6863489"/>
          </a:xfrm>
          <a:custGeom>
            <a:avLst/>
            <a:gdLst>
              <a:gd name="connsiteX0" fmla="*/ 0 w 7317201"/>
              <a:gd name="connsiteY0" fmla="*/ 0 h 6844239"/>
              <a:gd name="connsiteX1" fmla="*/ 7317201 w 7317201"/>
              <a:gd name="connsiteY1" fmla="*/ 0 h 6844239"/>
              <a:gd name="connsiteX2" fmla="*/ 7317201 w 7317201"/>
              <a:gd name="connsiteY2" fmla="*/ 6844239 h 6844239"/>
              <a:gd name="connsiteX3" fmla="*/ 0 w 7317201"/>
              <a:gd name="connsiteY3" fmla="*/ 6844239 h 6844239"/>
              <a:gd name="connsiteX4" fmla="*/ 0 w 7317201"/>
              <a:gd name="connsiteY4" fmla="*/ 6825611 h 6844239"/>
              <a:gd name="connsiteX5" fmla="*/ 1183573 w 7317201"/>
              <a:gd name="connsiteY5" fmla="*/ 3424239 h 6844239"/>
              <a:gd name="connsiteX6" fmla="*/ 0 w 7317201"/>
              <a:gd name="connsiteY6" fmla="*/ 22866 h 6844239"/>
              <a:gd name="connsiteX0" fmla="*/ 0 w 7317201"/>
              <a:gd name="connsiteY0" fmla="*/ 0 h 6844239"/>
              <a:gd name="connsiteX1" fmla="*/ 7317201 w 7317201"/>
              <a:gd name="connsiteY1" fmla="*/ 0 h 6844239"/>
              <a:gd name="connsiteX2" fmla="*/ 7317201 w 7317201"/>
              <a:gd name="connsiteY2" fmla="*/ 6844239 h 6844239"/>
              <a:gd name="connsiteX3" fmla="*/ 0 w 7317201"/>
              <a:gd name="connsiteY3" fmla="*/ 6844239 h 6844239"/>
              <a:gd name="connsiteX4" fmla="*/ 0 w 7317201"/>
              <a:gd name="connsiteY4" fmla="*/ 6825611 h 6844239"/>
              <a:gd name="connsiteX5" fmla="*/ 911070 w 7317201"/>
              <a:gd name="connsiteY5" fmla="*/ 3430278 h 6844239"/>
              <a:gd name="connsiteX6" fmla="*/ 0 w 7317201"/>
              <a:gd name="connsiteY6" fmla="*/ 22866 h 6844239"/>
              <a:gd name="connsiteX7" fmla="*/ 0 w 7317201"/>
              <a:gd name="connsiteY7" fmla="*/ 0 h 6844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17201" h="6844239">
                <a:moveTo>
                  <a:pt x="0" y="0"/>
                </a:moveTo>
                <a:lnTo>
                  <a:pt x="7317201" y="0"/>
                </a:lnTo>
                <a:lnTo>
                  <a:pt x="7317201" y="6844239"/>
                </a:lnTo>
                <a:lnTo>
                  <a:pt x="0" y="6844239"/>
                </a:lnTo>
                <a:lnTo>
                  <a:pt x="0" y="6825611"/>
                </a:lnTo>
                <a:lnTo>
                  <a:pt x="911070" y="3430278"/>
                </a:lnTo>
                <a:lnTo>
                  <a:pt x="0" y="22866"/>
                </a:lnTo>
                <a:lnTo>
                  <a:pt x="0" y="0"/>
                </a:lnTo>
                <a:close/>
              </a:path>
            </a:pathLst>
          </a:custGeo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 marL="285750" indent="-285750" algn="ctr">
              <a:buFontTx/>
              <a:buNone/>
              <a:defRPr lang="ru-RU" sz="1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6EF3C153-09A8-9E4A-BBBA-B55EAC5E8C9F}"/>
              </a:ext>
            </a:extLst>
          </p:cNvPr>
          <p:cNvGrpSpPr/>
          <p:nvPr userDrawn="1"/>
        </p:nvGrpSpPr>
        <p:grpSpPr>
          <a:xfrm>
            <a:off x="4653621" y="0"/>
            <a:ext cx="1127505" cy="6876000"/>
            <a:chOff x="3945699" y="0"/>
            <a:chExt cx="1127505" cy="6876000"/>
          </a:xfrm>
        </p:grpSpPr>
        <p:sp>
          <p:nvSpPr>
            <p:cNvPr id="16" name="Нашивка 15">
              <a:extLst>
                <a:ext uri="{FF2B5EF4-FFF2-40B4-BE49-F238E27FC236}">
                  <a16:creationId xmlns:a16="http://schemas.microsoft.com/office/drawing/2014/main" id="{F639392A-FFBB-9145-9448-768616538149}"/>
                </a:ext>
              </a:extLst>
            </p:cNvPr>
            <p:cNvSpPr/>
            <p:nvPr/>
          </p:nvSpPr>
          <p:spPr>
            <a:xfrm>
              <a:off x="4042681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8" name="Нашивка 17">
              <a:extLst>
                <a:ext uri="{FF2B5EF4-FFF2-40B4-BE49-F238E27FC236}">
                  <a16:creationId xmlns:a16="http://schemas.microsoft.com/office/drawing/2014/main" id="{F91A37A8-FD0D-A44E-84D1-F8FCE194948A}"/>
                </a:ext>
              </a:extLst>
            </p:cNvPr>
            <p:cNvSpPr/>
            <p:nvPr/>
          </p:nvSpPr>
          <p:spPr>
            <a:xfrm>
              <a:off x="3945699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11" y="246793"/>
            <a:ext cx="1048781" cy="42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6021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: стрелка и фото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83418977-67EB-1441-B7C6-146BA8BA783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6910712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Рисунок 21">
            <a:extLst>
              <a:ext uri="{FF2B5EF4-FFF2-40B4-BE49-F238E27FC236}">
                <a16:creationId xmlns:a16="http://schemas.microsoft.com/office/drawing/2014/main" id="{69D28E57-41BD-734F-ABC1-1CE649C7D8D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49997" y="-5014"/>
            <a:ext cx="7331601" cy="6865759"/>
          </a:xfrm>
          <a:custGeom>
            <a:avLst/>
            <a:gdLst>
              <a:gd name="connsiteX0" fmla="*/ 0 w 7317201"/>
              <a:gd name="connsiteY0" fmla="*/ 0 h 6844239"/>
              <a:gd name="connsiteX1" fmla="*/ 7317201 w 7317201"/>
              <a:gd name="connsiteY1" fmla="*/ 0 h 6844239"/>
              <a:gd name="connsiteX2" fmla="*/ 7317201 w 7317201"/>
              <a:gd name="connsiteY2" fmla="*/ 6844239 h 6844239"/>
              <a:gd name="connsiteX3" fmla="*/ 0 w 7317201"/>
              <a:gd name="connsiteY3" fmla="*/ 6844239 h 6844239"/>
              <a:gd name="connsiteX4" fmla="*/ 0 w 7317201"/>
              <a:gd name="connsiteY4" fmla="*/ 6825611 h 6844239"/>
              <a:gd name="connsiteX5" fmla="*/ 1183573 w 7317201"/>
              <a:gd name="connsiteY5" fmla="*/ 3424239 h 6844239"/>
              <a:gd name="connsiteX6" fmla="*/ 0 w 7317201"/>
              <a:gd name="connsiteY6" fmla="*/ 22866 h 6844239"/>
              <a:gd name="connsiteX0" fmla="*/ 0 w 7317201"/>
              <a:gd name="connsiteY0" fmla="*/ 0 h 6844239"/>
              <a:gd name="connsiteX1" fmla="*/ 7317201 w 7317201"/>
              <a:gd name="connsiteY1" fmla="*/ 0 h 6844239"/>
              <a:gd name="connsiteX2" fmla="*/ 7317201 w 7317201"/>
              <a:gd name="connsiteY2" fmla="*/ 6844239 h 6844239"/>
              <a:gd name="connsiteX3" fmla="*/ 0 w 7317201"/>
              <a:gd name="connsiteY3" fmla="*/ 6844239 h 6844239"/>
              <a:gd name="connsiteX4" fmla="*/ 0 w 7317201"/>
              <a:gd name="connsiteY4" fmla="*/ 6825611 h 6844239"/>
              <a:gd name="connsiteX5" fmla="*/ 911070 w 7317201"/>
              <a:gd name="connsiteY5" fmla="*/ 3430278 h 6844239"/>
              <a:gd name="connsiteX6" fmla="*/ 0 w 7317201"/>
              <a:gd name="connsiteY6" fmla="*/ 22866 h 6844239"/>
              <a:gd name="connsiteX7" fmla="*/ 0 w 7317201"/>
              <a:gd name="connsiteY7" fmla="*/ 0 h 6844239"/>
              <a:gd name="connsiteX0" fmla="*/ 0 w 7353201"/>
              <a:gd name="connsiteY0" fmla="*/ 3590 h 6844239"/>
              <a:gd name="connsiteX1" fmla="*/ 7353201 w 7353201"/>
              <a:gd name="connsiteY1" fmla="*/ 0 h 6844239"/>
              <a:gd name="connsiteX2" fmla="*/ 7353201 w 7353201"/>
              <a:gd name="connsiteY2" fmla="*/ 6844239 h 6844239"/>
              <a:gd name="connsiteX3" fmla="*/ 36000 w 7353201"/>
              <a:gd name="connsiteY3" fmla="*/ 6844239 h 6844239"/>
              <a:gd name="connsiteX4" fmla="*/ 36000 w 7353201"/>
              <a:gd name="connsiteY4" fmla="*/ 6825611 h 6844239"/>
              <a:gd name="connsiteX5" fmla="*/ 947070 w 7353201"/>
              <a:gd name="connsiteY5" fmla="*/ 3430278 h 6844239"/>
              <a:gd name="connsiteX6" fmla="*/ 36000 w 7353201"/>
              <a:gd name="connsiteY6" fmla="*/ 22866 h 6844239"/>
              <a:gd name="connsiteX7" fmla="*/ 0 w 7353201"/>
              <a:gd name="connsiteY7" fmla="*/ 3590 h 6844239"/>
              <a:gd name="connsiteX0" fmla="*/ 0 w 7353201"/>
              <a:gd name="connsiteY0" fmla="*/ 5854 h 6846503"/>
              <a:gd name="connsiteX1" fmla="*/ 7353201 w 7353201"/>
              <a:gd name="connsiteY1" fmla="*/ 2264 h 6846503"/>
              <a:gd name="connsiteX2" fmla="*/ 7353201 w 7353201"/>
              <a:gd name="connsiteY2" fmla="*/ 6846503 h 6846503"/>
              <a:gd name="connsiteX3" fmla="*/ 36000 w 7353201"/>
              <a:gd name="connsiteY3" fmla="*/ 6846503 h 6846503"/>
              <a:gd name="connsiteX4" fmla="*/ 36000 w 7353201"/>
              <a:gd name="connsiteY4" fmla="*/ 6827875 h 6846503"/>
              <a:gd name="connsiteX5" fmla="*/ 947070 w 7353201"/>
              <a:gd name="connsiteY5" fmla="*/ 3432542 h 6846503"/>
              <a:gd name="connsiteX6" fmla="*/ 21600 w 7353201"/>
              <a:gd name="connsiteY6" fmla="*/ 0 h 6846503"/>
              <a:gd name="connsiteX7" fmla="*/ 0 w 7353201"/>
              <a:gd name="connsiteY7" fmla="*/ 5854 h 6846503"/>
              <a:gd name="connsiteX0" fmla="*/ 0 w 7331601"/>
              <a:gd name="connsiteY0" fmla="*/ 5854 h 6846503"/>
              <a:gd name="connsiteX1" fmla="*/ 7331601 w 7331601"/>
              <a:gd name="connsiteY1" fmla="*/ 2264 h 6846503"/>
              <a:gd name="connsiteX2" fmla="*/ 7331601 w 7331601"/>
              <a:gd name="connsiteY2" fmla="*/ 6846503 h 6846503"/>
              <a:gd name="connsiteX3" fmla="*/ 14400 w 7331601"/>
              <a:gd name="connsiteY3" fmla="*/ 6846503 h 6846503"/>
              <a:gd name="connsiteX4" fmla="*/ 14400 w 7331601"/>
              <a:gd name="connsiteY4" fmla="*/ 6827875 h 6846503"/>
              <a:gd name="connsiteX5" fmla="*/ 925470 w 7331601"/>
              <a:gd name="connsiteY5" fmla="*/ 3432542 h 6846503"/>
              <a:gd name="connsiteX6" fmla="*/ 0 w 7331601"/>
              <a:gd name="connsiteY6" fmla="*/ 0 h 6846503"/>
              <a:gd name="connsiteX7" fmla="*/ 0 w 7331601"/>
              <a:gd name="connsiteY7" fmla="*/ 5854 h 684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31601" h="6846503">
                <a:moveTo>
                  <a:pt x="0" y="5854"/>
                </a:moveTo>
                <a:lnTo>
                  <a:pt x="7331601" y="2264"/>
                </a:lnTo>
                <a:lnTo>
                  <a:pt x="7331601" y="6846503"/>
                </a:lnTo>
                <a:lnTo>
                  <a:pt x="14400" y="6846503"/>
                </a:lnTo>
                <a:lnTo>
                  <a:pt x="14400" y="6827875"/>
                </a:lnTo>
                <a:lnTo>
                  <a:pt x="925470" y="3432542"/>
                </a:lnTo>
                <a:lnTo>
                  <a:pt x="0" y="0"/>
                </a:lnTo>
                <a:lnTo>
                  <a:pt x="0" y="5854"/>
                </a:lnTo>
                <a:close/>
              </a:path>
            </a:pathLst>
          </a:custGeo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 marL="285750" indent="-285750" algn="ctr">
              <a:buFontTx/>
              <a:buNone/>
              <a:defRPr lang="ru-RU" sz="1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0E299884-2EFC-A04C-81A3-D7BA8D9E87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8515" y="2875002"/>
            <a:ext cx="3896360" cy="1107996"/>
          </a:xfrm>
        </p:spPr>
        <p:txBody>
          <a:bodyPr vert="horz" lIns="0" tIns="0" rIns="0" bIns="0" anchor="ctr">
            <a:spAutoFit/>
          </a:bodyPr>
          <a:lstStyle>
            <a:lvl1pPr>
              <a:lnSpc>
                <a:spcPct val="100000"/>
              </a:lnSpc>
              <a:defRPr sz="36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12C2943B-23A6-4A4F-B59D-88F37772CE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18515" y="4680061"/>
            <a:ext cx="3913727" cy="249299"/>
          </a:xfrm>
        </p:spPr>
        <p:txBody>
          <a:bodyPr lIns="0" tIns="0" rIns="0" bIns="0" anchor="t">
            <a:spAutoFit/>
          </a:bodyPr>
          <a:lstStyle>
            <a:lvl1pPr marL="0" indent="0">
              <a:buFontTx/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7FC04A9B-27B5-CD47-BA41-E6296863E5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3275" y="6426930"/>
            <a:ext cx="792693" cy="193716"/>
          </a:xfrm>
        </p:spPr>
        <p:txBody>
          <a:bodyPr lIns="0" tIns="0" rIns="0" bIns="0" anchor="ctr">
            <a:noAutofit/>
          </a:bodyPr>
          <a:lstStyle>
            <a:lvl1pPr marL="0" indent="0" algn="l"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ru-RU" dirty="0"/>
              <a:t>Дата</a:t>
            </a: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059FC77F-66CA-8846-AABE-186F1F472991}"/>
              </a:ext>
            </a:extLst>
          </p:cNvPr>
          <p:cNvGrpSpPr/>
          <p:nvPr userDrawn="1"/>
        </p:nvGrpSpPr>
        <p:grpSpPr>
          <a:xfrm>
            <a:off x="4653621" y="0"/>
            <a:ext cx="1127505" cy="6876000"/>
            <a:chOff x="3945699" y="0"/>
            <a:chExt cx="1127505" cy="6876000"/>
          </a:xfrm>
        </p:grpSpPr>
        <p:sp>
          <p:nvSpPr>
            <p:cNvPr id="14" name="Нашивка 13">
              <a:extLst>
                <a:ext uri="{FF2B5EF4-FFF2-40B4-BE49-F238E27FC236}">
                  <a16:creationId xmlns:a16="http://schemas.microsoft.com/office/drawing/2014/main" id="{1418D012-354E-E84A-B2B1-A7E7DDF8171B}"/>
                </a:ext>
              </a:extLst>
            </p:cNvPr>
            <p:cNvSpPr/>
            <p:nvPr/>
          </p:nvSpPr>
          <p:spPr>
            <a:xfrm>
              <a:off x="4042681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5" name="Нашивка 14">
              <a:extLst>
                <a:ext uri="{FF2B5EF4-FFF2-40B4-BE49-F238E27FC236}">
                  <a16:creationId xmlns:a16="http://schemas.microsoft.com/office/drawing/2014/main" id="{83387C35-0704-BE4D-BDDD-73124C1021BF}"/>
                </a:ext>
              </a:extLst>
            </p:cNvPr>
            <p:cNvSpPr/>
            <p:nvPr/>
          </p:nvSpPr>
          <p:spPr>
            <a:xfrm>
              <a:off x="3945699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" name="Рисунок 11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311" y="200118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25194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: прозрачный градиент и фото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BE779BB7-786D-0B4A-8EAD-208A20C6C5A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950887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Рисунок 3">
            <a:extLst>
              <a:ext uri="{FF2B5EF4-FFF2-40B4-BE49-F238E27FC236}">
                <a16:creationId xmlns:a16="http://schemas.microsoft.com/office/drawing/2014/main" id="{BDF2F980-7605-2C44-92A8-68B22946F9CF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 algn="ctr">
              <a:buFontTx/>
              <a:buNone/>
              <a:defRPr lang="ru-RU" sz="1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0E299884-2EFC-A04C-81A3-D7BA8D9E87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8515" y="3563144"/>
            <a:ext cx="5254066" cy="1661993"/>
          </a:xfrm>
        </p:spPr>
        <p:txBody>
          <a:bodyPr vert="horz" lIns="0" tIns="0" rIns="0" bIns="0" anchor="t">
            <a:spAutoFit/>
          </a:bodyPr>
          <a:lstStyle>
            <a:lvl1pPr>
              <a:lnSpc>
                <a:spcPct val="100000"/>
              </a:lnSpc>
              <a:defRPr sz="36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  <a:br>
              <a:rPr lang="ru-RU" dirty="0"/>
            </a:br>
            <a:r>
              <a:rPr lang="ru-RU" dirty="0"/>
              <a:t>В 3 СТРОКИ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12C2943B-23A6-4A4F-B59D-88F37772CE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18515" y="5634680"/>
            <a:ext cx="5277485" cy="249299"/>
          </a:xfrm>
        </p:spPr>
        <p:txBody>
          <a:bodyPr lIns="0" tIns="0" rIns="0" bIns="0" anchor="t">
            <a:spAutoFit/>
          </a:bodyPr>
          <a:lstStyle>
            <a:lvl1pPr marL="0" indent="0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7FC04A9B-27B5-CD47-BA41-E6296863E5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0476" y="6439895"/>
            <a:ext cx="792693" cy="193716"/>
          </a:xfrm>
        </p:spPr>
        <p:txBody>
          <a:bodyPr lIns="0" tIns="0" rIns="0" bIns="0" anchor="ctr">
            <a:noAutofit/>
          </a:bodyPr>
          <a:lstStyle>
            <a:lvl1pPr marL="0" indent="0" algn="l">
              <a:buNone/>
              <a:defRPr sz="1200">
                <a:solidFill>
                  <a:schemeClr val="bg1"/>
                </a:solidFill>
              </a:defRPr>
            </a:lvl1pPr>
            <a:lvl2pPr marL="4572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ru-RU" dirty="0"/>
              <a:t>Дата</a:t>
            </a:r>
          </a:p>
        </p:txBody>
      </p:sp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11" y="246793"/>
            <a:ext cx="1048781" cy="42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2770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: плашк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EC1CC194-74B6-7545-8CD8-7FDA8524B78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6712980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Рисунок 3">
            <a:extLst>
              <a:ext uri="{FF2B5EF4-FFF2-40B4-BE49-F238E27FC236}">
                <a16:creationId xmlns:a16="http://schemas.microsoft.com/office/drawing/2014/main" id="{6B28240E-A3EC-6A43-BADC-A2A9ED5B14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0E299884-2EFC-A04C-81A3-D7BA8D9E87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8515" y="3436153"/>
            <a:ext cx="5254066" cy="1708354"/>
          </a:xfrm>
        </p:spPr>
        <p:txBody>
          <a:bodyPr vert="horz" lIns="0" tIns="0" rIns="0" bIns="0" anchor="t">
            <a:spAutoFit/>
          </a:bodyPr>
          <a:lstStyle>
            <a:lvl1pPr>
              <a:lnSpc>
                <a:spcPct val="100000"/>
              </a:lnSpc>
              <a:defRPr sz="36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  <a:br>
              <a:rPr lang="ru-RU" dirty="0"/>
            </a:br>
            <a:r>
              <a:rPr lang="ru-RU" dirty="0"/>
              <a:t>В 3 СТРОКИ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12C2943B-23A6-4A4F-B59D-88F37772CE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18515" y="5366954"/>
            <a:ext cx="5277485" cy="249299"/>
          </a:xfrm>
        </p:spPr>
        <p:txBody>
          <a:bodyPr lIns="0" tIns="0" rIns="0" bIns="0" anchor="t">
            <a:spAutoFit/>
          </a:bodyPr>
          <a:lstStyle>
            <a:lvl1pPr marL="0" indent="0">
              <a:buFontTx/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7FC04A9B-27B5-CD47-BA41-E6296863E5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0476" y="5846788"/>
            <a:ext cx="792693" cy="193716"/>
          </a:xfrm>
        </p:spPr>
        <p:txBody>
          <a:bodyPr lIns="0" tIns="0" rIns="0" bIns="0" anchor="ctr">
            <a:noAutofit/>
          </a:bodyPr>
          <a:lstStyle>
            <a:lvl1pPr marL="0" indent="0" algn="l"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ru-RU" dirty="0"/>
              <a:t>Дата</a:t>
            </a:r>
          </a:p>
        </p:txBody>
      </p:sp>
    </p:spTree>
    <p:extLst>
      <p:ext uri="{BB962C8B-B14F-4D97-AF65-F5344CB8AC3E}">
        <p14:creationId xmlns:p14="http://schemas.microsoft.com/office/powerpoint/2010/main" val="233689636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Титул: градиент">
    <p:bg>
      <p:bgPr>
        <a:gradFill>
          <a:gsLst>
            <a:gs pos="100000">
              <a:schemeClr val="accent1"/>
            </a:gs>
            <a:gs pos="0">
              <a:schemeClr val="accent3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Объект 1" hidden="1">
            <a:extLst>
              <a:ext uri="{FF2B5EF4-FFF2-40B4-BE49-F238E27FC236}">
                <a16:creationId xmlns:a16="http://schemas.microsoft.com/office/drawing/2014/main" id="{2B11F5C4-C9AA-4A48-8171-7867F8EF81C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1313789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2" name="Объект 1" hidden="1">
                        <a:extLst>
                          <a:ext uri="{FF2B5EF4-FFF2-40B4-BE49-F238E27FC236}">
                            <a16:creationId xmlns:a16="http://schemas.microsoft.com/office/drawing/2014/main" id="{2B11F5C4-C9AA-4A48-8171-7867F8EF81C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Заголовок 16">
            <a:extLst>
              <a:ext uri="{FF2B5EF4-FFF2-40B4-BE49-F238E27FC236}">
                <a16:creationId xmlns:a16="http://schemas.microsoft.com/office/drawing/2014/main" id="{226960CC-ABF3-CD45-A9CB-8060B570B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514" y="3064757"/>
            <a:ext cx="7711532" cy="553998"/>
          </a:xfrm>
        </p:spPr>
        <p:txBody>
          <a:bodyPr lIns="0" tIns="0" rIns="0" bIns="0" anchor="t">
            <a:spAutoFit/>
          </a:bodyPr>
          <a:lstStyle>
            <a:lvl1pPr>
              <a:lnSpc>
                <a:spcPct val="100000"/>
              </a:lnSpc>
              <a:defRPr sz="36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12" name="Текст 18">
            <a:extLst>
              <a:ext uri="{FF2B5EF4-FFF2-40B4-BE49-F238E27FC236}">
                <a16:creationId xmlns:a16="http://schemas.microsoft.com/office/drawing/2014/main" id="{B82306DD-6F41-D247-95E0-843412512A4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18515" y="5128363"/>
            <a:ext cx="7745904" cy="249299"/>
          </a:xfrm>
        </p:spPr>
        <p:txBody>
          <a:bodyPr lIns="0" tIns="0" rIns="0" bIns="0" anchor="t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Подпись к заголовку</a:t>
            </a:r>
          </a:p>
        </p:txBody>
      </p:sp>
      <p:sp>
        <p:nvSpPr>
          <p:cNvPr id="14" name="Текст 6">
            <a:extLst>
              <a:ext uri="{FF2B5EF4-FFF2-40B4-BE49-F238E27FC236}">
                <a16:creationId xmlns:a16="http://schemas.microsoft.com/office/drawing/2014/main" id="{414726B7-1ED0-1544-B549-4C1E2C0417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0476" y="6439895"/>
            <a:ext cx="792693" cy="193716"/>
          </a:xfrm>
        </p:spPr>
        <p:txBody>
          <a:bodyPr lIns="0" tIns="0" rIns="0" bIns="0" anchor="ctr">
            <a:noAutofit/>
          </a:bodyPr>
          <a:lstStyle>
            <a:lvl1pPr marL="0" indent="0" algn="l">
              <a:buNone/>
              <a:defRPr sz="1200">
                <a:solidFill>
                  <a:schemeClr val="bg1"/>
                </a:solidFill>
              </a:defRPr>
            </a:lvl1pPr>
            <a:lvl2pPr marL="4572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ru-RU" dirty="0"/>
              <a:t>Дата</a:t>
            </a:r>
          </a:p>
        </p:txBody>
      </p: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E3A4212F-6126-9942-8871-478C059F4181}"/>
              </a:ext>
            </a:extLst>
          </p:cNvPr>
          <p:cNvGrpSpPr/>
          <p:nvPr userDrawn="1"/>
        </p:nvGrpSpPr>
        <p:grpSpPr>
          <a:xfrm>
            <a:off x="257894" y="3149425"/>
            <a:ext cx="361110" cy="371578"/>
            <a:chOff x="383279" y="3833472"/>
            <a:chExt cx="361110" cy="371578"/>
          </a:xfrm>
        </p:grpSpPr>
        <p:sp>
          <p:nvSpPr>
            <p:cNvPr id="17" name="Нашивка 16">
              <a:extLst>
                <a:ext uri="{FF2B5EF4-FFF2-40B4-BE49-F238E27FC236}">
                  <a16:creationId xmlns:a16="http://schemas.microsoft.com/office/drawing/2014/main" id="{64E603CC-0647-1245-8FD3-D8996680FD27}"/>
                </a:ext>
              </a:extLst>
            </p:cNvPr>
            <p:cNvSpPr/>
            <p:nvPr/>
          </p:nvSpPr>
          <p:spPr>
            <a:xfrm>
              <a:off x="564906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21" name="Нашивка 20">
              <a:extLst>
                <a:ext uri="{FF2B5EF4-FFF2-40B4-BE49-F238E27FC236}">
                  <a16:creationId xmlns:a16="http://schemas.microsoft.com/office/drawing/2014/main" id="{3A84CF49-BDC6-D34F-A0B2-5832246D3495}"/>
                </a:ext>
              </a:extLst>
            </p:cNvPr>
            <p:cNvSpPr/>
            <p:nvPr/>
          </p:nvSpPr>
          <p:spPr>
            <a:xfrm>
              <a:off x="383279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11" y="246793"/>
            <a:ext cx="1048781" cy="42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53290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Титул: лог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Объект 1" hidden="1">
            <a:extLst>
              <a:ext uri="{FF2B5EF4-FFF2-40B4-BE49-F238E27FC236}">
                <a16:creationId xmlns:a16="http://schemas.microsoft.com/office/drawing/2014/main" id="{0086FB1A-3CCC-2046-8432-813BAFB595B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1159629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Текст 6">
            <a:extLst>
              <a:ext uri="{FF2B5EF4-FFF2-40B4-BE49-F238E27FC236}">
                <a16:creationId xmlns:a16="http://schemas.microsoft.com/office/drawing/2014/main" id="{070C9E5A-B517-1449-BB8A-5068C78113C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0476" y="6439895"/>
            <a:ext cx="792693" cy="193716"/>
          </a:xfrm>
        </p:spPr>
        <p:txBody>
          <a:bodyPr lIns="0" tIns="0" rIns="0" bIns="0" anchor="ctr">
            <a:noAutofit/>
          </a:bodyPr>
          <a:lstStyle>
            <a:lvl1pPr marL="0" indent="0" algn="l"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ru-RU" dirty="0"/>
              <a:t>Дата</a:t>
            </a: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B0B57636-21D7-FC48-AE04-4F9EC2E1C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515" y="2700671"/>
            <a:ext cx="4693672" cy="553998"/>
          </a:xfrm>
        </p:spPr>
        <p:txBody>
          <a:bodyPr lIns="0" tIns="0" rIns="0" bIns="0" anchor="t">
            <a:spAutoFit/>
          </a:bodyPr>
          <a:lstStyle>
            <a:lvl1pPr>
              <a:lnSpc>
                <a:spcPct val="100000"/>
              </a:lnSpc>
              <a:defRPr sz="36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18" name="Текст 18">
            <a:extLst>
              <a:ext uri="{FF2B5EF4-FFF2-40B4-BE49-F238E27FC236}">
                <a16:creationId xmlns:a16="http://schemas.microsoft.com/office/drawing/2014/main" id="{69633C30-2C18-D74E-859C-06DC04AECB4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18516" y="5514975"/>
            <a:ext cx="4693672" cy="249299"/>
          </a:xfrm>
        </p:spPr>
        <p:txBody>
          <a:bodyPr lIns="0" tIns="0" rIns="0" bIns="0" anchor="t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chemeClr val="tx1"/>
                </a:solidFill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Подпись к заголовку</a:t>
            </a:r>
          </a:p>
        </p:txBody>
      </p: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D2AA8BFC-6053-F241-9144-4D5F0CA282A8}"/>
              </a:ext>
            </a:extLst>
          </p:cNvPr>
          <p:cNvGrpSpPr/>
          <p:nvPr userDrawn="1"/>
        </p:nvGrpSpPr>
        <p:grpSpPr>
          <a:xfrm>
            <a:off x="257894" y="2777803"/>
            <a:ext cx="361110" cy="371578"/>
            <a:chOff x="383279" y="3833472"/>
            <a:chExt cx="361110" cy="371578"/>
          </a:xfrm>
        </p:grpSpPr>
        <p:sp>
          <p:nvSpPr>
            <p:cNvPr id="16" name="Нашивка 15">
              <a:extLst>
                <a:ext uri="{FF2B5EF4-FFF2-40B4-BE49-F238E27FC236}">
                  <a16:creationId xmlns:a16="http://schemas.microsoft.com/office/drawing/2014/main" id="{C6DE484C-1179-8F45-8A17-BAF641E84BC7}"/>
                </a:ext>
              </a:extLst>
            </p:cNvPr>
            <p:cNvSpPr/>
            <p:nvPr/>
          </p:nvSpPr>
          <p:spPr>
            <a:xfrm>
              <a:off x="564906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9" name="Нашивка 18">
              <a:extLst>
                <a:ext uri="{FF2B5EF4-FFF2-40B4-BE49-F238E27FC236}">
                  <a16:creationId xmlns:a16="http://schemas.microsoft.com/office/drawing/2014/main" id="{3E543E61-6DEB-8547-8AE8-08338B8B9218}"/>
                </a:ext>
              </a:extLst>
            </p:cNvPr>
            <p:cNvSpPr/>
            <p:nvPr/>
          </p:nvSpPr>
          <p:spPr>
            <a:xfrm>
              <a:off x="383279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BC0961D5-807E-F247-9E61-A1A7E3FF9AD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63622" b="-3566"/>
          <a:stretch/>
        </p:blipFill>
        <p:spPr>
          <a:xfrm>
            <a:off x="6679815" y="494919"/>
            <a:ext cx="5072664" cy="4816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9319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Титул: белый фо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Объект 1" hidden="1">
            <a:extLst>
              <a:ext uri="{FF2B5EF4-FFF2-40B4-BE49-F238E27FC236}">
                <a16:creationId xmlns:a16="http://schemas.microsoft.com/office/drawing/2014/main" id="{91C3D4F6-7726-1441-A09D-CEAB99ACC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5300418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Текст 6">
            <a:extLst>
              <a:ext uri="{FF2B5EF4-FFF2-40B4-BE49-F238E27FC236}">
                <a16:creationId xmlns:a16="http://schemas.microsoft.com/office/drawing/2014/main" id="{070C9E5A-B517-1449-BB8A-5068C78113C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0476" y="6439895"/>
            <a:ext cx="792693" cy="193716"/>
          </a:xfrm>
        </p:spPr>
        <p:txBody>
          <a:bodyPr lIns="0" tIns="0" rIns="0" bIns="0" anchor="ctr">
            <a:noAutofit/>
          </a:bodyPr>
          <a:lstStyle>
            <a:lvl1pPr marL="0" indent="0" algn="l"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ru-RU" dirty="0"/>
              <a:t>Дата</a:t>
            </a: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B0B57636-21D7-FC48-AE04-4F9EC2E1C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515" y="2700671"/>
            <a:ext cx="4693672" cy="553998"/>
          </a:xfrm>
        </p:spPr>
        <p:txBody>
          <a:bodyPr lIns="0" tIns="0" rIns="0" bIns="0" anchor="t">
            <a:spAutoFit/>
          </a:bodyPr>
          <a:lstStyle>
            <a:lvl1pPr>
              <a:lnSpc>
                <a:spcPct val="100000"/>
              </a:lnSpc>
              <a:defRPr sz="36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18" name="Текст 18">
            <a:extLst>
              <a:ext uri="{FF2B5EF4-FFF2-40B4-BE49-F238E27FC236}">
                <a16:creationId xmlns:a16="http://schemas.microsoft.com/office/drawing/2014/main" id="{69633C30-2C18-D74E-859C-06DC04AECB4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18516" y="5514975"/>
            <a:ext cx="4693672" cy="249299"/>
          </a:xfrm>
        </p:spPr>
        <p:txBody>
          <a:bodyPr lIns="0" tIns="0" rIns="0" bIns="0" anchor="t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chemeClr val="tx1"/>
                </a:solidFill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Подпись к заголовку</a:t>
            </a:r>
          </a:p>
        </p:txBody>
      </p: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D2AA8BFC-6053-F241-9144-4D5F0CA282A8}"/>
              </a:ext>
            </a:extLst>
          </p:cNvPr>
          <p:cNvGrpSpPr/>
          <p:nvPr userDrawn="1"/>
        </p:nvGrpSpPr>
        <p:grpSpPr>
          <a:xfrm>
            <a:off x="257894" y="2777803"/>
            <a:ext cx="361110" cy="371578"/>
            <a:chOff x="383279" y="3833472"/>
            <a:chExt cx="361110" cy="371578"/>
          </a:xfrm>
        </p:grpSpPr>
        <p:sp>
          <p:nvSpPr>
            <p:cNvPr id="16" name="Нашивка 15">
              <a:extLst>
                <a:ext uri="{FF2B5EF4-FFF2-40B4-BE49-F238E27FC236}">
                  <a16:creationId xmlns:a16="http://schemas.microsoft.com/office/drawing/2014/main" id="{C6DE484C-1179-8F45-8A17-BAF641E84BC7}"/>
                </a:ext>
              </a:extLst>
            </p:cNvPr>
            <p:cNvSpPr/>
            <p:nvPr/>
          </p:nvSpPr>
          <p:spPr>
            <a:xfrm>
              <a:off x="564906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9" name="Нашивка 18">
              <a:extLst>
                <a:ext uri="{FF2B5EF4-FFF2-40B4-BE49-F238E27FC236}">
                  <a16:creationId xmlns:a16="http://schemas.microsoft.com/office/drawing/2014/main" id="{3E543E61-6DEB-8547-8AE8-08338B8B9218}"/>
                </a:ext>
              </a:extLst>
            </p:cNvPr>
            <p:cNvSpPr/>
            <p:nvPr/>
          </p:nvSpPr>
          <p:spPr>
            <a:xfrm>
              <a:off x="383279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1" name="Группа 20">
            <a:extLst>
              <a:ext uri="{FF2B5EF4-FFF2-40B4-BE49-F238E27FC236}">
                <a16:creationId xmlns:a16="http://schemas.microsoft.com/office/drawing/2014/main" id="{52B23AF0-2BC4-4A4D-B112-24AF4341256D}"/>
              </a:ext>
            </a:extLst>
          </p:cNvPr>
          <p:cNvGrpSpPr/>
          <p:nvPr userDrawn="1"/>
        </p:nvGrpSpPr>
        <p:grpSpPr>
          <a:xfrm>
            <a:off x="7700393" y="0"/>
            <a:ext cx="1127505" cy="6876000"/>
            <a:chOff x="3945699" y="0"/>
            <a:chExt cx="1127505" cy="6876000"/>
          </a:xfrm>
        </p:grpSpPr>
        <p:sp>
          <p:nvSpPr>
            <p:cNvPr id="22" name="Нашивка 21">
              <a:extLst>
                <a:ext uri="{FF2B5EF4-FFF2-40B4-BE49-F238E27FC236}">
                  <a16:creationId xmlns:a16="http://schemas.microsoft.com/office/drawing/2014/main" id="{23D1430A-213A-A944-9098-6D27BE145501}"/>
                </a:ext>
              </a:extLst>
            </p:cNvPr>
            <p:cNvSpPr/>
            <p:nvPr/>
          </p:nvSpPr>
          <p:spPr>
            <a:xfrm>
              <a:off x="4042681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23" name="Нашивка 22">
              <a:extLst>
                <a:ext uri="{FF2B5EF4-FFF2-40B4-BE49-F238E27FC236}">
                  <a16:creationId xmlns:a16="http://schemas.microsoft.com/office/drawing/2014/main" id="{55809EBE-656D-FC4F-9EF2-732469A03518}"/>
                </a:ext>
              </a:extLst>
            </p:cNvPr>
            <p:cNvSpPr/>
            <p:nvPr/>
          </p:nvSpPr>
          <p:spPr>
            <a:xfrm>
              <a:off x="3945699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pic>
        <p:nvPicPr>
          <p:cNvPr id="13" name="Рисунок 12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311" y="200118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7616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: градиент и фото">
    <p:bg>
      <p:bgPr>
        <a:gradFill>
          <a:gsLst>
            <a:gs pos="100000">
              <a:schemeClr val="accent1"/>
            </a:gs>
            <a:gs pos="0">
              <a:schemeClr val="accent3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BAD6CF53-7820-784C-A38B-3C5230C8D68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6336910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Текст 4">
            <a:extLst>
              <a:ext uri="{FF2B5EF4-FFF2-40B4-BE49-F238E27FC236}">
                <a16:creationId xmlns:a16="http://schemas.microsoft.com/office/drawing/2014/main" id="{30AFE71A-5FB6-5C40-9034-14FD8517D1F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8515" y="1742134"/>
            <a:ext cx="5277485" cy="3877985"/>
          </a:xfrm>
        </p:spPr>
        <p:txBody>
          <a:bodyPr lIns="0" tIns="0" rIns="0" bIns="0">
            <a:spAutoFit/>
          </a:bodyPr>
          <a:lstStyle>
            <a:lvl1pPr marL="0" indent="0">
              <a:buFontTx/>
              <a:buNone/>
              <a:defRPr sz="28000" b="1">
                <a:solidFill>
                  <a:schemeClr val="accent1">
                    <a:alpha val="3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dirty="0"/>
              <a:t>№</a:t>
            </a:r>
          </a:p>
        </p:txBody>
      </p:sp>
      <p:sp>
        <p:nvSpPr>
          <p:cNvPr id="22" name="Рисунок 21">
            <a:extLst>
              <a:ext uri="{FF2B5EF4-FFF2-40B4-BE49-F238E27FC236}">
                <a16:creationId xmlns:a16="http://schemas.microsoft.com/office/drawing/2014/main" id="{69D28E57-41BD-734F-ABC1-1CE649C7D8D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932164" y="-2744"/>
            <a:ext cx="7249436" cy="6863489"/>
          </a:xfrm>
          <a:custGeom>
            <a:avLst/>
            <a:gdLst>
              <a:gd name="connsiteX0" fmla="*/ 0 w 7317201"/>
              <a:gd name="connsiteY0" fmla="*/ 0 h 6844239"/>
              <a:gd name="connsiteX1" fmla="*/ 7317201 w 7317201"/>
              <a:gd name="connsiteY1" fmla="*/ 0 h 6844239"/>
              <a:gd name="connsiteX2" fmla="*/ 7317201 w 7317201"/>
              <a:gd name="connsiteY2" fmla="*/ 6844239 h 6844239"/>
              <a:gd name="connsiteX3" fmla="*/ 0 w 7317201"/>
              <a:gd name="connsiteY3" fmla="*/ 6844239 h 6844239"/>
              <a:gd name="connsiteX4" fmla="*/ 0 w 7317201"/>
              <a:gd name="connsiteY4" fmla="*/ 6825611 h 6844239"/>
              <a:gd name="connsiteX5" fmla="*/ 1183573 w 7317201"/>
              <a:gd name="connsiteY5" fmla="*/ 3424239 h 6844239"/>
              <a:gd name="connsiteX6" fmla="*/ 0 w 7317201"/>
              <a:gd name="connsiteY6" fmla="*/ 22866 h 6844239"/>
              <a:gd name="connsiteX0" fmla="*/ 0 w 7317201"/>
              <a:gd name="connsiteY0" fmla="*/ 0 h 6844239"/>
              <a:gd name="connsiteX1" fmla="*/ 7317201 w 7317201"/>
              <a:gd name="connsiteY1" fmla="*/ 0 h 6844239"/>
              <a:gd name="connsiteX2" fmla="*/ 7317201 w 7317201"/>
              <a:gd name="connsiteY2" fmla="*/ 6844239 h 6844239"/>
              <a:gd name="connsiteX3" fmla="*/ 0 w 7317201"/>
              <a:gd name="connsiteY3" fmla="*/ 6844239 h 6844239"/>
              <a:gd name="connsiteX4" fmla="*/ 0 w 7317201"/>
              <a:gd name="connsiteY4" fmla="*/ 6825611 h 6844239"/>
              <a:gd name="connsiteX5" fmla="*/ 1005443 w 7317201"/>
              <a:gd name="connsiteY5" fmla="*/ 3424239 h 6844239"/>
              <a:gd name="connsiteX6" fmla="*/ 0 w 7317201"/>
              <a:gd name="connsiteY6" fmla="*/ 22866 h 6844239"/>
              <a:gd name="connsiteX7" fmla="*/ 0 w 7317201"/>
              <a:gd name="connsiteY7" fmla="*/ 0 h 6844239"/>
              <a:gd name="connsiteX0" fmla="*/ 0 w 7317201"/>
              <a:gd name="connsiteY0" fmla="*/ 0 h 6844239"/>
              <a:gd name="connsiteX1" fmla="*/ 7317201 w 7317201"/>
              <a:gd name="connsiteY1" fmla="*/ 0 h 6844239"/>
              <a:gd name="connsiteX2" fmla="*/ 7317201 w 7317201"/>
              <a:gd name="connsiteY2" fmla="*/ 6844239 h 6844239"/>
              <a:gd name="connsiteX3" fmla="*/ 0 w 7317201"/>
              <a:gd name="connsiteY3" fmla="*/ 6844239 h 6844239"/>
              <a:gd name="connsiteX4" fmla="*/ 0 w 7317201"/>
              <a:gd name="connsiteY4" fmla="*/ 6825611 h 6844239"/>
              <a:gd name="connsiteX5" fmla="*/ 1005443 w 7317201"/>
              <a:gd name="connsiteY5" fmla="*/ 3424239 h 6844239"/>
              <a:gd name="connsiteX6" fmla="*/ 65315 w 7317201"/>
              <a:gd name="connsiteY6" fmla="*/ 16945 h 6844239"/>
              <a:gd name="connsiteX7" fmla="*/ 0 w 7317201"/>
              <a:gd name="connsiteY7" fmla="*/ 0 h 6844239"/>
              <a:gd name="connsiteX0" fmla="*/ 65314 w 7317201"/>
              <a:gd name="connsiteY0" fmla="*/ 11842 h 6844239"/>
              <a:gd name="connsiteX1" fmla="*/ 7317201 w 7317201"/>
              <a:gd name="connsiteY1" fmla="*/ 0 h 6844239"/>
              <a:gd name="connsiteX2" fmla="*/ 7317201 w 7317201"/>
              <a:gd name="connsiteY2" fmla="*/ 6844239 h 6844239"/>
              <a:gd name="connsiteX3" fmla="*/ 0 w 7317201"/>
              <a:gd name="connsiteY3" fmla="*/ 6844239 h 6844239"/>
              <a:gd name="connsiteX4" fmla="*/ 0 w 7317201"/>
              <a:gd name="connsiteY4" fmla="*/ 6825611 h 6844239"/>
              <a:gd name="connsiteX5" fmla="*/ 1005443 w 7317201"/>
              <a:gd name="connsiteY5" fmla="*/ 3424239 h 6844239"/>
              <a:gd name="connsiteX6" fmla="*/ 65315 w 7317201"/>
              <a:gd name="connsiteY6" fmla="*/ 16945 h 6844239"/>
              <a:gd name="connsiteX7" fmla="*/ 65314 w 7317201"/>
              <a:gd name="connsiteY7" fmla="*/ 11842 h 6844239"/>
              <a:gd name="connsiteX0" fmla="*/ 65314 w 7317201"/>
              <a:gd name="connsiteY0" fmla="*/ 11842 h 6844239"/>
              <a:gd name="connsiteX1" fmla="*/ 7317201 w 7317201"/>
              <a:gd name="connsiteY1" fmla="*/ 0 h 6844239"/>
              <a:gd name="connsiteX2" fmla="*/ 7317201 w 7317201"/>
              <a:gd name="connsiteY2" fmla="*/ 6844239 h 6844239"/>
              <a:gd name="connsiteX3" fmla="*/ 0 w 7317201"/>
              <a:gd name="connsiteY3" fmla="*/ 6844239 h 6844239"/>
              <a:gd name="connsiteX4" fmla="*/ 108048 w 7317201"/>
              <a:gd name="connsiteY4" fmla="*/ 6842708 h 6844239"/>
              <a:gd name="connsiteX5" fmla="*/ 1005443 w 7317201"/>
              <a:gd name="connsiteY5" fmla="*/ 3424239 h 6844239"/>
              <a:gd name="connsiteX6" fmla="*/ 65315 w 7317201"/>
              <a:gd name="connsiteY6" fmla="*/ 16945 h 6844239"/>
              <a:gd name="connsiteX7" fmla="*/ 65314 w 7317201"/>
              <a:gd name="connsiteY7" fmla="*/ 11842 h 6844239"/>
              <a:gd name="connsiteX0" fmla="*/ 0 w 7251887"/>
              <a:gd name="connsiteY0" fmla="*/ 11842 h 6844239"/>
              <a:gd name="connsiteX1" fmla="*/ 7251887 w 7251887"/>
              <a:gd name="connsiteY1" fmla="*/ 0 h 6844239"/>
              <a:gd name="connsiteX2" fmla="*/ 7251887 w 7251887"/>
              <a:gd name="connsiteY2" fmla="*/ 6844239 h 6844239"/>
              <a:gd name="connsiteX3" fmla="*/ 48421 w 7251887"/>
              <a:gd name="connsiteY3" fmla="*/ 6844239 h 6844239"/>
              <a:gd name="connsiteX4" fmla="*/ 42734 w 7251887"/>
              <a:gd name="connsiteY4" fmla="*/ 6842708 h 6844239"/>
              <a:gd name="connsiteX5" fmla="*/ 940129 w 7251887"/>
              <a:gd name="connsiteY5" fmla="*/ 3424239 h 6844239"/>
              <a:gd name="connsiteX6" fmla="*/ 1 w 7251887"/>
              <a:gd name="connsiteY6" fmla="*/ 16945 h 6844239"/>
              <a:gd name="connsiteX7" fmla="*/ 0 w 7251887"/>
              <a:gd name="connsiteY7" fmla="*/ 11842 h 6844239"/>
              <a:gd name="connsiteX0" fmla="*/ 0 w 7251887"/>
              <a:gd name="connsiteY0" fmla="*/ 11842 h 6844239"/>
              <a:gd name="connsiteX1" fmla="*/ 7251887 w 7251887"/>
              <a:gd name="connsiteY1" fmla="*/ 0 h 6844239"/>
              <a:gd name="connsiteX2" fmla="*/ 7251887 w 7251887"/>
              <a:gd name="connsiteY2" fmla="*/ 6844239 h 6844239"/>
              <a:gd name="connsiteX3" fmla="*/ 48421 w 7251887"/>
              <a:gd name="connsiteY3" fmla="*/ 6844239 h 6844239"/>
              <a:gd name="connsiteX4" fmla="*/ 42734 w 7251887"/>
              <a:gd name="connsiteY4" fmla="*/ 6842708 h 6844239"/>
              <a:gd name="connsiteX5" fmla="*/ 962688 w 7251887"/>
              <a:gd name="connsiteY5" fmla="*/ 3431775 h 6844239"/>
              <a:gd name="connsiteX6" fmla="*/ 1 w 7251887"/>
              <a:gd name="connsiteY6" fmla="*/ 16945 h 6844239"/>
              <a:gd name="connsiteX7" fmla="*/ 0 w 7251887"/>
              <a:gd name="connsiteY7" fmla="*/ 11842 h 6844239"/>
              <a:gd name="connsiteX0" fmla="*/ 47888 w 7251886"/>
              <a:gd name="connsiteY0" fmla="*/ 11842 h 6844239"/>
              <a:gd name="connsiteX1" fmla="*/ 7251886 w 7251886"/>
              <a:gd name="connsiteY1" fmla="*/ 0 h 6844239"/>
              <a:gd name="connsiteX2" fmla="*/ 7251886 w 7251886"/>
              <a:gd name="connsiteY2" fmla="*/ 6844239 h 6844239"/>
              <a:gd name="connsiteX3" fmla="*/ 48420 w 7251886"/>
              <a:gd name="connsiteY3" fmla="*/ 6844239 h 6844239"/>
              <a:gd name="connsiteX4" fmla="*/ 42733 w 7251886"/>
              <a:gd name="connsiteY4" fmla="*/ 6842708 h 6844239"/>
              <a:gd name="connsiteX5" fmla="*/ 962687 w 7251886"/>
              <a:gd name="connsiteY5" fmla="*/ 3431775 h 6844239"/>
              <a:gd name="connsiteX6" fmla="*/ 0 w 7251886"/>
              <a:gd name="connsiteY6" fmla="*/ 16945 h 6844239"/>
              <a:gd name="connsiteX7" fmla="*/ 47888 w 7251886"/>
              <a:gd name="connsiteY7" fmla="*/ 11842 h 6844239"/>
              <a:gd name="connsiteX0" fmla="*/ 9577 w 7213575"/>
              <a:gd name="connsiteY0" fmla="*/ 11842 h 6844239"/>
              <a:gd name="connsiteX1" fmla="*/ 7213575 w 7213575"/>
              <a:gd name="connsiteY1" fmla="*/ 0 h 6844239"/>
              <a:gd name="connsiteX2" fmla="*/ 7213575 w 7213575"/>
              <a:gd name="connsiteY2" fmla="*/ 6844239 h 6844239"/>
              <a:gd name="connsiteX3" fmla="*/ 10109 w 7213575"/>
              <a:gd name="connsiteY3" fmla="*/ 6844239 h 6844239"/>
              <a:gd name="connsiteX4" fmla="*/ 4422 w 7213575"/>
              <a:gd name="connsiteY4" fmla="*/ 6842708 h 6844239"/>
              <a:gd name="connsiteX5" fmla="*/ 924376 w 7213575"/>
              <a:gd name="connsiteY5" fmla="*/ 3431775 h 6844239"/>
              <a:gd name="connsiteX6" fmla="*/ 0 w 7213575"/>
              <a:gd name="connsiteY6" fmla="*/ 21745 h 6844239"/>
              <a:gd name="connsiteX7" fmla="*/ 9577 w 7213575"/>
              <a:gd name="connsiteY7" fmla="*/ 11842 h 6844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13575" h="6844239">
                <a:moveTo>
                  <a:pt x="9577" y="11842"/>
                </a:moveTo>
                <a:lnTo>
                  <a:pt x="7213575" y="0"/>
                </a:lnTo>
                <a:lnTo>
                  <a:pt x="7213575" y="6844239"/>
                </a:lnTo>
                <a:lnTo>
                  <a:pt x="10109" y="6844239"/>
                </a:lnTo>
                <a:lnTo>
                  <a:pt x="4422" y="6842708"/>
                </a:lnTo>
                <a:lnTo>
                  <a:pt x="924376" y="3431775"/>
                </a:lnTo>
                <a:lnTo>
                  <a:pt x="0" y="21745"/>
                </a:lnTo>
                <a:cubicBezTo>
                  <a:pt x="0" y="20044"/>
                  <a:pt x="9577" y="13543"/>
                  <a:pt x="9577" y="11842"/>
                </a:cubicBezTo>
                <a:close/>
              </a:path>
            </a:pathLst>
          </a:custGeo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 marL="285750" indent="-285750" algn="ctr">
              <a:buFontTx/>
              <a:buNone/>
              <a:defRPr lang="ru-RU" sz="1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3" name="Заголовок 16">
            <a:extLst>
              <a:ext uri="{FF2B5EF4-FFF2-40B4-BE49-F238E27FC236}">
                <a16:creationId xmlns:a16="http://schemas.microsoft.com/office/drawing/2014/main" id="{F18042FC-56AC-C44F-95AD-7D5E0BB4B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515" y="3749040"/>
            <a:ext cx="3896360" cy="997196"/>
          </a:xfrm>
        </p:spPr>
        <p:txBody>
          <a:bodyPr vert="horz" lIns="0" tIns="0" rIns="0" bIns="0" anchor="t">
            <a:spAutoFit/>
          </a:bodyPr>
          <a:lstStyle>
            <a:lvl1pPr>
              <a:defRPr sz="36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8">
            <a:extLst>
              <a:ext uri="{FF2B5EF4-FFF2-40B4-BE49-F238E27FC236}">
                <a16:creationId xmlns:a16="http://schemas.microsoft.com/office/drawing/2014/main" id="{76499D1E-1954-064E-AFEC-7A917D08532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18515" y="5254362"/>
            <a:ext cx="3913727" cy="249299"/>
          </a:xfrm>
        </p:spPr>
        <p:txBody>
          <a:bodyPr lIns="0" tIns="0" rIns="0" bIns="0" anchor="t">
            <a:spAutoFit/>
          </a:bodyPr>
          <a:lstStyle>
            <a:lvl1pPr marL="0" indent="0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grpSp>
        <p:nvGrpSpPr>
          <p:cNvPr id="30" name="Группа 29">
            <a:extLst>
              <a:ext uri="{FF2B5EF4-FFF2-40B4-BE49-F238E27FC236}">
                <a16:creationId xmlns:a16="http://schemas.microsoft.com/office/drawing/2014/main" id="{AA212E81-91BF-2B42-BF5F-9AC90E6B8894}"/>
              </a:ext>
            </a:extLst>
          </p:cNvPr>
          <p:cNvGrpSpPr/>
          <p:nvPr userDrawn="1"/>
        </p:nvGrpSpPr>
        <p:grpSpPr>
          <a:xfrm>
            <a:off x="227165" y="3794283"/>
            <a:ext cx="361110" cy="371578"/>
            <a:chOff x="383279" y="3833472"/>
            <a:chExt cx="361110" cy="371578"/>
          </a:xfrm>
        </p:grpSpPr>
        <p:sp>
          <p:nvSpPr>
            <p:cNvPr id="31" name="Нашивка 30">
              <a:extLst>
                <a:ext uri="{FF2B5EF4-FFF2-40B4-BE49-F238E27FC236}">
                  <a16:creationId xmlns:a16="http://schemas.microsoft.com/office/drawing/2014/main" id="{3BF1738A-8A92-1244-AA31-5698F47C8405}"/>
                </a:ext>
              </a:extLst>
            </p:cNvPr>
            <p:cNvSpPr/>
            <p:nvPr/>
          </p:nvSpPr>
          <p:spPr>
            <a:xfrm>
              <a:off x="564906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32" name="Нашивка 31">
              <a:extLst>
                <a:ext uri="{FF2B5EF4-FFF2-40B4-BE49-F238E27FC236}">
                  <a16:creationId xmlns:a16="http://schemas.microsoft.com/office/drawing/2014/main" id="{0B0B06F9-17C3-CE4C-91B9-5DD6284CA4EE}"/>
                </a:ext>
              </a:extLst>
            </p:cNvPr>
            <p:cNvSpPr/>
            <p:nvPr/>
          </p:nvSpPr>
          <p:spPr>
            <a:xfrm>
              <a:off x="383279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441604F5-8083-F24B-900A-987678A018EA}"/>
              </a:ext>
            </a:extLst>
          </p:cNvPr>
          <p:cNvGrpSpPr/>
          <p:nvPr userDrawn="1"/>
        </p:nvGrpSpPr>
        <p:grpSpPr>
          <a:xfrm>
            <a:off x="4731039" y="0"/>
            <a:ext cx="1127505" cy="6876000"/>
            <a:chOff x="3945699" y="0"/>
            <a:chExt cx="1127505" cy="6876000"/>
          </a:xfrm>
        </p:grpSpPr>
        <p:sp>
          <p:nvSpPr>
            <p:cNvPr id="20" name="Нашивка 19">
              <a:extLst>
                <a:ext uri="{FF2B5EF4-FFF2-40B4-BE49-F238E27FC236}">
                  <a16:creationId xmlns:a16="http://schemas.microsoft.com/office/drawing/2014/main" id="{AE086509-BF3F-2C42-9698-208D65AE9846}"/>
                </a:ext>
              </a:extLst>
            </p:cNvPr>
            <p:cNvSpPr/>
            <p:nvPr/>
          </p:nvSpPr>
          <p:spPr>
            <a:xfrm>
              <a:off x="4042681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21" name="Нашивка 20">
              <a:extLst>
                <a:ext uri="{FF2B5EF4-FFF2-40B4-BE49-F238E27FC236}">
                  <a16:creationId xmlns:a16="http://schemas.microsoft.com/office/drawing/2014/main" id="{500B931A-C255-0D46-8E5C-6A313DB87652}"/>
                </a:ext>
              </a:extLst>
            </p:cNvPr>
            <p:cNvSpPr/>
            <p:nvPr/>
          </p:nvSpPr>
          <p:spPr>
            <a:xfrm>
              <a:off x="3945699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pic>
        <p:nvPicPr>
          <p:cNvPr id="17" name="Рисунок 16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11" y="246793"/>
            <a:ext cx="1048781" cy="42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49237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: стрелка и фот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FC9CA3A5-9C66-B444-A2F9-618BFE8D5F7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3011800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Текст 4">
            <a:extLst>
              <a:ext uri="{FF2B5EF4-FFF2-40B4-BE49-F238E27FC236}">
                <a16:creationId xmlns:a16="http://schemas.microsoft.com/office/drawing/2014/main" id="{CB56F393-73DB-624A-8FB0-1CD2F3D77C6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2270" y="1733258"/>
            <a:ext cx="5119944" cy="3877985"/>
          </a:xfrm>
        </p:spPr>
        <p:txBody>
          <a:bodyPr lIns="0" tIns="0" rIns="0" bIns="0">
            <a:spAutoFit/>
          </a:bodyPr>
          <a:lstStyle>
            <a:lvl1pPr marL="0" indent="0">
              <a:buFontTx/>
              <a:buNone/>
              <a:defRPr lang="ru-RU" sz="28000" b="1" kern="1200" dirty="0">
                <a:gradFill flip="none" rotWithShape="1">
                  <a:gsLst>
                    <a:gs pos="0">
                      <a:schemeClr val="accent1"/>
                    </a:gs>
                    <a:gs pos="76000">
                      <a:schemeClr val="accent1">
                        <a:alpha val="0"/>
                      </a:schemeClr>
                    </a:gs>
                  </a:gsLst>
                  <a:lin ang="5400000" scaled="1"/>
                  <a:tileRect/>
                </a:gradFill>
                <a:latin typeface="+mn-lt"/>
                <a:ea typeface="+mn-ea"/>
                <a:cs typeface="+mn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ru-RU" dirty="0"/>
              <a:t>№</a:t>
            </a:r>
          </a:p>
        </p:txBody>
      </p:sp>
      <p:sp>
        <p:nvSpPr>
          <p:cNvPr id="13" name="Заголовок 16">
            <a:extLst>
              <a:ext uri="{FF2B5EF4-FFF2-40B4-BE49-F238E27FC236}">
                <a16:creationId xmlns:a16="http://schemas.microsoft.com/office/drawing/2014/main" id="{F18042FC-56AC-C44F-95AD-7D5E0BB4B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515" y="3751982"/>
            <a:ext cx="3896360" cy="997196"/>
          </a:xfrm>
        </p:spPr>
        <p:txBody>
          <a:bodyPr vert="horz" lIns="0" tIns="0" rIns="0" bIns="0" anchor="t">
            <a:spAutoFit/>
          </a:bodyPr>
          <a:lstStyle>
            <a:lvl1pPr>
              <a:defRPr sz="36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8">
            <a:extLst>
              <a:ext uri="{FF2B5EF4-FFF2-40B4-BE49-F238E27FC236}">
                <a16:creationId xmlns:a16="http://schemas.microsoft.com/office/drawing/2014/main" id="{76499D1E-1954-064E-AFEC-7A917D08532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13104" y="5227309"/>
            <a:ext cx="3913727" cy="249299"/>
          </a:xfrm>
        </p:spPr>
        <p:txBody>
          <a:bodyPr lIns="0" tIns="0" rIns="0" bIns="0" anchor="t">
            <a:spAutoFit/>
          </a:bodyPr>
          <a:lstStyle>
            <a:lvl1pPr marL="0" indent="0">
              <a:buFontTx/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D590FFB3-8D48-E242-8FE6-15E6CC4F4BAC}"/>
              </a:ext>
            </a:extLst>
          </p:cNvPr>
          <p:cNvGrpSpPr/>
          <p:nvPr userDrawn="1"/>
        </p:nvGrpSpPr>
        <p:grpSpPr>
          <a:xfrm>
            <a:off x="227165" y="3794283"/>
            <a:ext cx="361110" cy="371578"/>
            <a:chOff x="383279" y="3833472"/>
            <a:chExt cx="361110" cy="371578"/>
          </a:xfrm>
        </p:grpSpPr>
        <p:sp>
          <p:nvSpPr>
            <p:cNvPr id="25" name="Нашивка 24">
              <a:extLst>
                <a:ext uri="{FF2B5EF4-FFF2-40B4-BE49-F238E27FC236}">
                  <a16:creationId xmlns:a16="http://schemas.microsoft.com/office/drawing/2014/main" id="{A8CE21C9-4736-6E47-B2D3-82A9023A57BA}"/>
                </a:ext>
              </a:extLst>
            </p:cNvPr>
            <p:cNvSpPr/>
            <p:nvPr/>
          </p:nvSpPr>
          <p:spPr>
            <a:xfrm>
              <a:off x="564906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26" name="Нашивка 25">
              <a:extLst>
                <a:ext uri="{FF2B5EF4-FFF2-40B4-BE49-F238E27FC236}">
                  <a16:creationId xmlns:a16="http://schemas.microsoft.com/office/drawing/2014/main" id="{07203397-8F21-4B4F-AC1C-F867ADC109D7}"/>
                </a:ext>
              </a:extLst>
            </p:cNvPr>
            <p:cNvSpPr/>
            <p:nvPr/>
          </p:nvSpPr>
          <p:spPr>
            <a:xfrm>
              <a:off x="383279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sp>
        <p:nvSpPr>
          <p:cNvPr id="15" name="Рисунок 21">
            <a:extLst>
              <a:ext uri="{FF2B5EF4-FFF2-40B4-BE49-F238E27FC236}">
                <a16:creationId xmlns:a16="http://schemas.microsoft.com/office/drawing/2014/main" id="{DF856EB9-ACD9-C44F-A99C-A26731BDB0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932164" y="-15253"/>
            <a:ext cx="7259836" cy="6873254"/>
          </a:xfrm>
          <a:custGeom>
            <a:avLst/>
            <a:gdLst>
              <a:gd name="connsiteX0" fmla="*/ 0 w 7317201"/>
              <a:gd name="connsiteY0" fmla="*/ 0 h 6844239"/>
              <a:gd name="connsiteX1" fmla="*/ 7317201 w 7317201"/>
              <a:gd name="connsiteY1" fmla="*/ 0 h 6844239"/>
              <a:gd name="connsiteX2" fmla="*/ 7317201 w 7317201"/>
              <a:gd name="connsiteY2" fmla="*/ 6844239 h 6844239"/>
              <a:gd name="connsiteX3" fmla="*/ 0 w 7317201"/>
              <a:gd name="connsiteY3" fmla="*/ 6844239 h 6844239"/>
              <a:gd name="connsiteX4" fmla="*/ 0 w 7317201"/>
              <a:gd name="connsiteY4" fmla="*/ 6825611 h 6844239"/>
              <a:gd name="connsiteX5" fmla="*/ 1183573 w 7317201"/>
              <a:gd name="connsiteY5" fmla="*/ 3424239 h 6844239"/>
              <a:gd name="connsiteX6" fmla="*/ 0 w 7317201"/>
              <a:gd name="connsiteY6" fmla="*/ 22866 h 6844239"/>
              <a:gd name="connsiteX0" fmla="*/ 0 w 7317201"/>
              <a:gd name="connsiteY0" fmla="*/ 0 h 6844239"/>
              <a:gd name="connsiteX1" fmla="*/ 7317201 w 7317201"/>
              <a:gd name="connsiteY1" fmla="*/ 0 h 6844239"/>
              <a:gd name="connsiteX2" fmla="*/ 7317201 w 7317201"/>
              <a:gd name="connsiteY2" fmla="*/ 6844239 h 6844239"/>
              <a:gd name="connsiteX3" fmla="*/ 0 w 7317201"/>
              <a:gd name="connsiteY3" fmla="*/ 6844239 h 6844239"/>
              <a:gd name="connsiteX4" fmla="*/ 0 w 7317201"/>
              <a:gd name="connsiteY4" fmla="*/ 6825611 h 6844239"/>
              <a:gd name="connsiteX5" fmla="*/ 1005443 w 7317201"/>
              <a:gd name="connsiteY5" fmla="*/ 3424239 h 6844239"/>
              <a:gd name="connsiteX6" fmla="*/ 0 w 7317201"/>
              <a:gd name="connsiteY6" fmla="*/ 22866 h 6844239"/>
              <a:gd name="connsiteX7" fmla="*/ 0 w 7317201"/>
              <a:gd name="connsiteY7" fmla="*/ 0 h 6844239"/>
              <a:gd name="connsiteX0" fmla="*/ 0 w 7317201"/>
              <a:gd name="connsiteY0" fmla="*/ 0 h 6844239"/>
              <a:gd name="connsiteX1" fmla="*/ 7317201 w 7317201"/>
              <a:gd name="connsiteY1" fmla="*/ 0 h 6844239"/>
              <a:gd name="connsiteX2" fmla="*/ 7317201 w 7317201"/>
              <a:gd name="connsiteY2" fmla="*/ 6844239 h 6844239"/>
              <a:gd name="connsiteX3" fmla="*/ 0 w 7317201"/>
              <a:gd name="connsiteY3" fmla="*/ 6844239 h 6844239"/>
              <a:gd name="connsiteX4" fmla="*/ 0 w 7317201"/>
              <a:gd name="connsiteY4" fmla="*/ 6825611 h 6844239"/>
              <a:gd name="connsiteX5" fmla="*/ 1005443 w 7317201"/>
              <a:gd name="connsiteY5" fmla="*/ 3424239 h 6844239"/>
              <a:gd name="connsiteX6" fmla="*/ 65315 w 7317201"/>
              <a:gd name="connsiteY6" fmla="*/ 16945 h 6844239"/>
              <a:gd name="connsiteX7" fmla="*/ 0 w 7317201"/>
              <a:gd name="connsiteY7" fmla="*/ 0 h 6844239"/>
              <a:gd name="connsiteX0" fmla="*/ 65314 w 7317201"/>
              <a:gd name="connsiteY0" fmla="*/ 11842 h 6844239"/>
              <a:gd name="connsiteX1" fmla="*/ 7317201 w 7317201"/>
              <a:gd name="connsiteY1" fmla="*/ 0 h 6844239"/>
              <a:gd name="connsiteX2" fmla="*/ 7317201 w 7317201"/>
              <a:gd name="connsiteY2" fmla="*/ 6844239 h 6844239"/>
              <a:gd name="connsiteX3" fmla="*/ 0 w 7317201"/>
              <a:gd name="connsiteY3" fmla="*/ 6844239 h 6844239"/>
              <a:gd name="connsiteX4" fmla="*/ 0 w 7317201"/>
              <a:gd name="connsiteY4" fmla="*/ 6825611 h 6844239"/>
              <a:gd name="connsiteX5" fmla="*/ 1005443 w 7317201"/>
              <a:gd name="connsiteY5" fmla="*/ 3424239 h 6844239"/>
              <a:gd name="connsiteX6" fmla="*/ 65315 w 7317201"/>
              <a:gd name="connsiteY6" fmla="*/ 16945 h 6844239"/>
              <a:gd name="connsiteX7" fmla="*/ 65314 w 7317201"/>
              <a:gd name="connsiteY7" fmla="*/ 11842 h 6844239"/>
              <a:gd name="connsiteX0" fmla="*/ 65314 w 7317201"/>
              <a:gd name="connsiteY0" fmla="*/ 11842 h 6844239"/>
              <a:gd name="connsiteX1" fmla="*/ 7317201 w 7317201"/>
              <a:gd name="connsiteY1" fmla="*/ 0 h 6844239"/>
              <a:gd name="connsiteX2" fmla="*/ 7317201 w 7317201"/>
              <a:gd name="connsiteY2" fmla="*/ 6844239 h 6844239"/>
              <a:gd name="connsiteX3" fmla="*/ 0 w 7317201"/>
              <a:gd name="connsiteY3" fmla="*/ 6844239 h 6844239"/>
              <a:gd name="connsiteX4" fmla="*/ 108048 w 7317201"/>
              <a:gd name="connsiteY4" fmla="*/ 6842708 h 6844239"/>
              <a:gd name="connsiteX5" fmla="*/ 1005443 w 7317201"/>
              <a:gd name="connsiteY5" fmla="*/ 3424239 h 6844239"/>
              <a:gd name="connsiteX6" fmla="*/ 65315 w 7317201"/>
              <a:gd name="connsiteY6" fmla="*/ 16945 h 6844239"/>
              <a:gd name="connsiteX7" fmla="*/ 65314 w 7317201"/>
              <a:gd name="connsiteY7" fmla="*/ 11842 h 6844239"/>
              <a:gd name="connsiteX0" fmla="*/ 0 w 7251887"/>
              <a:gd name="connsiteY0" fmla="*/ 11842 h 6844239"/>
              <a:gd name="connsiteX1" fmla="*/ 7251887 w 7251887"/>
              <a:gd name="connsiteY1" fmla="*/ 0 h 6844239"/>
              <a:gd name="connsiteX2" fmla="*/ 7251887 w 7251887"/>
              <a:gd name="connsiteY2" fmla="*/ 6844239 h 6844239"/>
              <a:gd name="connsiteX3" fmla="*/ 48421 w 7251887"/>
              <a:gd name="connsiteY3" fmla="*/ 6844239 h 6844239"/>
              <a:gd name="connsiteX4" fmla="*/ 42734 w 7251887"/>
              <a:gd name="connsiteY4" fmla="*/ 6842708 h 6844239"/>
              <a:gd name="connsiteX5" fmla="*/ 940129 w 7251887"/>
              <a:gd name="connsiteY5" fmla="*/ 3424239 h 6844239"/>
              <a:gd name="connsiteX6" fmla="*/ 1 w 7251887"/>
              <a:gd name="connsiteY6" fmla="*/ 16945 h 6844239"/>
              <a:gd name="connsiteX7" fmla="*/ 0 w 7251887"/>
              <a:gd name="connsiteY7" fmla="*/ 11842 h 6844239"/>
              <a:gd name="connsiteX0" fmla="*/ 0 w 7251887"/>
              <a:gd name="connsiteY0" fmla="*/ 11842 h 6844239"/>
              <a:gd name="connsiteX1" fmla="*/ 7251887 w 7251887"/>
              <a:gd name="connsiteY1" fmla="*/ 0 h 6844239"/>
              <a:gd name="connsiteX2" fmla="*/ 7251887 w 7251887"/>
              <a:gd name="connsiteY2" fmla="*/ 6844239 h 6844239"/>
              <a:gd name="connsiteX3" fmla="*/ 48421 w 7251887"/>
              <a:gd name="connsiteY3" fmla="*/ 6844239 h 6844239"/>
              <a:gd name="connsiteX4" fmla="*/ 42734 w 7251887"/>
              <a:gd name="connsiteY4" fmla="*/ 6842708 h 6844239"/>
              <a:gd name="connsiteX5" fmla="*/ 962688 w 7251887"/>
              <a:gd name="connsiteY5" fmla="*/ 3431775 h 6844239"/>
              <a:gd name="connsiteX6" fmla="*/ 1 w 7251887"/>
              <a:gd name="connsiteY6" fmla="*/ 16945 h 6844239"/>
              <a:gd name="connsiteX7" fmla="*/ 0 w 7251887"/>
              <a:gd name="connsiteY7" fmla="*/ 11842 h 6844239"/>
              <a:gd name="connsiteX0" fmla="*/ 47888 w 7251886"/>
              <a:gd name="connsiteY0" fmla="*/ 11842 h 6844239"/>
              <a:gd name="connsiteX1" fmla="*/ 7251886 w 7251886"/>
              <a:gd name="connsiteY1" fmla="*/ 0 h 6844239"/>
              <a:gd name="connsiteX2" fmla="*/ 7251886 w 7251886"/>
              <a:gd name="connsiteY2" fmla="*/ 6844239 h 6844239"/>
              <a:gd name="connsiteX3" fmla="*/ 48420 w 7251886"/>
              <a:gd name="connsiteY3" fmla="*/ 6844239 h 6844239"/>
              <a:gd name="connsiteX4" fmla="*/ 42733 w 7251886"/>
              <a:gd name="connsiteY4" fmla="*/ 6842708 h 6844239"/>
              <a:gd name="connsiteX5" fmla="*/ 962687 w 7251886"/>
              <a:gd name="connsiteY5" fmla="*/ 3431775 h 6844239"/>
              <a:gd name="connsiteX6" fmla="*/ 0 w 7251886"/>
              <a:gd name="connsiteY6" fmla="*/ 16945 h 6844239"/>
              <a:gd name="connsiteX7" fmla="*/ 47888 w 7251886"/>
              <a:gd name="connsiteY7" fmla="*/ 11842 h 6844239"/>
              <a:gd name="connsiteX0" fmla="*/ 9577 w 7213575"/>
              <a:gd name="connsiteY0" fmla="*/ 11842 h 6844239"/>
              <a:gd name="connsiteX1" fmla="*/ 7213575 w 7213575"/>
              <a:gd name="connsiteY1" fmla="*/ 0 h 6844239"/>
              <a:gd name="connsiteX2" fmla="*/ 7213575 w 7213575"/>
              <a:gd name="connsiteY2" fmla="*/ 6844239 h 6844239"/>
              <a:gd name="connsiteX3" fmla="*/ 10109 w 7213575"/>
              <a:gd name="connsiteY3" fmla="*/ 6844239 h 6844239"/>
              <a:gd name="connsiteX4" fmla="*/ 4422 w 7213575"/>
              <a:gd name="connsiteY4" fmla="*/ 6842708 h 6844239"/>
              <a:gd name="connsiteX5" fmla="*/ 924376 w 7213575"/>
              <a:gd name="connsiteY5" fmla="*/ 3431775 h 6844239"/>
              <a:gd name="connsiteX6" fmla="*/ 0 w 7213575"/>
              <a:gd name="connsiteY6" fmla="*/ 21745 h 6844239"/>
              <a:gd name="connsiteX7" fmla="*/ 9577 w 7213575"/>
              <a:gd name="connsiteY7" fmla="*/ 11842 h 6844239"/>
              <a:gd name="connsiteX0" fmla="*/ 9577 w 7213575"/>
              <a:gd name="connsiteY0" fmla="*/ 11842 h 6844239"/>
              <a:gd name="connsiteX1" fmla="*/ 7213575 w 7213575"/>
              <a:gd name="connsiteY1" fmla="*/ 0 h 6844239"/>
              <a:gd name="connsiteX2" fmla="*/ 7213575 w 7213575"/>
              <a:gd name="connsiteY2" fmla="*/ 6844239 h 6844239"/>
              <a:gd name="connsiteX3" fmla="*/ 10109 w 7213575"/>
              <a:gd name="connsiteY3" fmla="*/ 6844239 h 6844239"/>
              <a:gd name="connsiteX4" fmla="*/ 4422 w 7213575"/>
              <a:gd name="connsiteY4" fmla="*/ 6842708 h 6844239"/>
              <a:gd name="connsiteX5" fmla="*/ 920278 w 7213575"/>
              <a:gd name="connsiteY5" fmla="*/ 3423560 h 6844239"/>
              <a:gd name="connsiteX6" fmla="*/ 0 w 7213575"/>
              <a:gd name="connsiteY6" fmla="*/ 21745 h 6844239"/>
              <a:gd name="connsiteX7" fmla="*/ 9577 w 7213575"/>
              <a:gd name="connsiteY7" fmla="*/ 11842 h 6844239"/>
              <a:gd name="connsiteX0" fmla="*/ 9577 w 7213575"/>
              <a:gd name="connsiteY0" fmla="*/ 11842 h 6844239"/>
              <a:gd name="connsiteX1" fmla="*/ 7213575 w 7213575"/>
              <a:gd name="connsiteY1" fmla="*/ 0 h 6844239"/>
              <a:gd name="connsiteX2" fmla="*/ 7213575 w 7213575"/>
              <a:gd name="connsiteY2" fmla="*/ 6844239 h 6844239"/>
              <a:gd name="connsiteX3" fmla="*/ 10109 w 7213575"/>
              <a:gd name="connsiteY3" fmla="*/ 6844239 h 6844239"/>
              <a:gd name="connsiteX4" fmla="*/ 4422 w 7213575"/>
              <a:gd name="connsiteY4" fmla="*/ 6842708 h 6844239"/>
              <a:gd name="connsiteX5" fmla="*/ 915340 w 7213575"/>
              <a:gd name="connsiteY5" fmla="*/ 3433457 h 6844239"/>
              <a:gd name="connsiteX6" fmla="*/ 0 w 7213575"/>
              <a:gd name="connsiteY6" fmla="*/ 21745 h 6844239"/>
              <a:gd name="connsiteX7" fmla="*/ 9577 w 7213575"/>
              <a:gd name="connsiteY7" fmla="*/ 11842 h 6844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13575" h="6844239">
                <a:moveTo>
                  <a:pt x="9577" y="11842"/>
                </a:moveTo>
                <a:lnTo>
                  <a:pt x="7213575" y="0"/>
                </a:lnTo>
                <a:lnTo>
                  <a:pt x="7213575" y="6844239"/>
                </a:lnTo>
                <a:lnTo>
                  <a:pt x="10109" y="6844239"/>
                </a:lnTo>
                <a:lnTo>
                  <a:pt x="4422" y="6842708"/>
                </a:lnTo>
                <a:lnTo>
                  <a:pt x="915340" y="3433457"/>
                </a:lnTo>
                <a:cubicBezTo>
                  <a:pt x="608581" y="2299519"/>
                  <a:pt x="306759" y="1155683"/>
                  <a:pt x="0" y="21745"/>
                </a:cubicBezTo>
                <a:cubicBezTo>
                  <a:pt x="0" y="20044"/>
                  <a:pt x="9577" y="13543"/>
                  <a:pt x="9577" y="11842"/>
                </a:cubicBezTo>
                <a:close/>
              </a:path>
            </a:pathLst>
          </a:custGeo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 marL="285750" indent="-285750" algn="ctr">
              <a:buFontTx/>
              <a:buNone/>
              <a:defRPr lang="ru-RU" sz="1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C80B62D6-2484-3E43-8288-D3E485BA4A96}"/>
              </a:ext>
            </a:extLst>
          </p:cNvPr>
          <p:cNvGrpSpPr/>
          <p:nvPr userDrawn="1"/>
        </p:nvGrpSpPr>
        <p:grpSpPr>
          <a:xfrm>
            <a:off x="4731039" y="0"/>
            <a:ext cx="1127505" cy="6876000"/>
            <a:chOff x="3945699" y="0"/>
            <a:chExt cx="1127505" cy="6876000"/>
          </a:xfrm>
        </p:grpSpPr>
        <p:sp>
          <p:nvSpPr>
            <p:cNvPr id="18" name="Нашивка 17">
              <a:extLst>
                <a:ext uri="{FF2B5EF4-FFF2-40B4-BE49-F238E27FC236}">
                  <a16:creationId xmlns:a16="http://schemas.microsoft.com/office/drawing/2014/main" id="{52DE0869-8416-BA4A-9164-5F32391EA311}"/>
                </a:ext>
              </a:extLst>
            </p:cNvPr>
            <p:cNvSpPr/>
            <p:nvPr/>
          </p:nvSpPr>
          <p:spPr>
            <a:xfrm>
              <a:off x="4042681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9" name="Нашивка 18">
              <a:extLst>
                <a:ext uri="{FF2B5EF4-FFF2-40B4-BE49-F238E27FC236}">
                  <a16:creationId xmlns:a16="http://schemas.microsoft.com/office/drawing/2014/main" id="{D845C46B-DEC4-EA46-950F-0DEE2B3A1E5C}"/>
                </a:ext>
              </a:extLst>
            </p:cNvPr>
            <p:cNvSpPr/>
            <p:nvPr/>
          </p:nvSpPr>
          <p:spPr>
            <a:xfrm>
              <a:off x="3945699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pic>
        <p:nvPicPr>
          <p:cNvPr id="20" name="Рисунок 1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311" y="200118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91451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: прозрачный градиент и фото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10FA3018-09DA-9046-A283-A7441366171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3593927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Рисунок 3">
            <a:extLst>
              <a:ext uri="{FF2B5EF4-FFF2-40B4-BE49-F238E27FC236}">
                <a16:creationId xmlns:a16="http://schemas.microsoft.com/office/drawing/2014/main" id="{EAA59F38-4A00-D249-99FC-DF9B2A384A00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 algn="ctr">
              <a:buFontTx/>
              <a:buNone/>
              <a:defRPr lang="ru-RU" sz="1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5F6BAC7D-516D-B24C-B12C-D28B883ACB2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8515" y="1742133"/>
            <a:ext cx="5277485" cy="3877985"/>
          </a:xfrm>
        </p:spPr>
        <p:txBody>
          <a:bodyPr lIns="0" tIns="0" rIns="0" bIns="0">
            <a:spAutoFit/>
          </a:bodyPr>
          <a:lstStyle>
            <a:lvl1pPr marL="0" indent="0">
              <a:buFontTx/>
              <a:buNone/>
              <a:defRPr sz="28000" b="1">
                <a:solidFill>
                  <a:schemeClr val="bg1">
                    <a:alpha val="3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dirty="0"/>
              <a:t>№</a:t>
            </a:r>
          </a:p>
        </p:txBody>
      </p:sp>
      <p:sp>
        <p:nvSpPr>
          <p:cNvPr id="7" name="Заголовок 16">
            <a:extLst>
              <a:ext uri="{FF2B5EF4-FFF2-40B4-BE49-F238E27FC236}">
                <a16:creationId xmlns:a16="http://schemas.microsoft.com/office/drawing/2014/main" id="{AA45FD41-ED9B-2F49-A696-74BD5A4C4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515" y="3832125"/>
            <a:ext cx="5277484" cy="498598"/>
          </a:xfrm>
        </p:spPr>
        <p:txBody>
          <a:bodyPr vert="horz" lIns="0" tIns="0" rIns="0" bIns="0" anchor="t">
            <a:spAutoFit/>
          </a:bodyPr>
          <a:lstStyle>
            <a:lvl1pPr>
              <a:defRPr sz="36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18">
            <a:extLst>
              <a:ext uri="{FF2B5EF4-FFF2-40B4-BE49-F238E27FC236}">
                <a16:creationId xmlns:a16="http://schemas.microsoft.com/office/drawing/2014/main" id="{2A829139-1830-7D4D-A0FF-A50153AC606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18515" y="5305802"/>
            <a:ext cx="5301007" cy="249299"/>
          </a:xfrm>
        </p:spPr>
        <p:txBody>
          <a:bodyPr lIns="0" tIns="0" rIns="0" bIns="0" anchor="t">
            <a:spAutoFit/>
          </a:bodyPr>
          <a:lstStyle>
            <a:lvl1pPr marL="0" indent="0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311" y="200118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35198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: плашк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E9864EF1-02FA-C447-B4C4-82B6933161A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5075461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Рисунок 3">
            <a:extLst>
              <a:ext uri="{FF2B5EF4-FFF2-40B4-BE49-F238E27FC236}">
                <a16:creationId xmlns:a16="http://schemas.microsoft.com/office/drawing/2014/main" id="{50A76EE4-D682-BF43-8DAE-526CC49CB11C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8" name="Текст 18">
            <a:extLst>
              <a:ext uri="{FF2B5EF4-FFF2-40B4-BE49-F238E27FC236}">
                <a16:creationId xmlns:a16="http://schemas.microsoft.com/office/drawing/2014/main" id="{E2322C29-2DF1-A041-80A9-F990F758FB9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8515" y="5456298"/>
            <a:ext cx="5301008" cy="249299"/>
          </a:xfrm>
        </p:spPr>
        <p:txBody>
          <a:bodyPr lIns="0" tIns="0" rIns="0" bIns="0" anchor="t">
            <a:spAutoFit/>
          </a:bodyPr>
          <a:lstStyle>
            <a:lvl1pPr marL="0" indent="0">
              <a:buFontTx/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Заголовок 16">
            <a:extLst>
              <a:ext uri="{FF2B5EF4-FFF2-40B4-BE49-F238E27FC236}">
                <a16:creationId xmlns:a16="http://schemas.microsoft.com/office/drawing/2014/main" id="{19D1D188-B0FF-6144-9237-0FD677A02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514" y="4172597"/>
            <a:ext cx="5277485" cy="498598"/>
          </a:xfrm>
        </p:spPr>
        <p:txBody>
          <a:bodyPr vert="horz" lIns="0" tIns="0" rIns="0" bIns="0" anchor="t">
            <a:spAutoFit/>
          </a:bodyPr>
          <a:lstStyle>
            <a:lvl1pPr>
              <a:defRPr sz="36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4">
            <a:extLst>
              <a:ext uri="{FF2B5EF4-FFF2-40B4-BE49-F238E27FC236}">
                <a16:creationId xmlns:a16="http://schemas.microsoft.com/office/drawing/2014/main" id="{7E6D6720-D0DE-4445-A813-BBF8CA01297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24096" y="3028789"/>
            <a:ext cx="4063878" cy="1218795"/>
          </a:xfrm>
        </p:spPr>
        <p:txBody>
          <a:bodyPr lIns="0" tIns="0" rIns="0" bIns="0">
            <a:spAutoFit/>
          </a:bodyPr>
          <a:lstStyle>
            <a:lvl1pPr marL="0" indent="0">
              <a:buFontTx/>
              <a:buNone/>
              <a:defRPr sz="8800" b="1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dirty="0"/>
              <a:t>№</a:t>
            </a:r>
          </a:p>
        </p:txBody>
      </p:sp>
      <p:pic>
        <p:nvPicPr>
          <p:cNvPr id="13" name="Рисунок 12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311" y="200118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659805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Разделитель: градиент">
    <p:bg>
      <p:bgPr>
        <a:gradFill>
          <a:gsLst>
            <a:gs pos="100000">
              <a:schemeClr val="accent1"/>
            </a:gs>
            <a:gs pos="0">
              <a:schemeClr val="accent3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Объект 1" hidden="1">
            <a:extLst>
              <a:ext uri="{FF2B5EF4-FFF2-40B4-BE49-F238E27FC236}">
                <a16:creationId xmlns:a16="http://schemas.microsoft.com/office/drawing/2014/main" id="{2B11F5C4-C9AA-4A48-8171-7867F8EF81C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7257359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2" name="Объект 1" hidden="1">
                        <a:extLst>
                          <a:ext uri="{FF2B5EF4-FFF2-40B4-BE49-F238E27FC236}">
                            <a16:creationId xmlns:a16="http://schemas.microsoft.com/office/drawing/2014/main" id="{2B11F5C4-C9AA-4A48-8171-7867F8EF81C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Текст 4">
            <a:extLst>
              <a:ext uri="{FF2B5EF4-FFF2-40B4-BE49-F238E27FC236}">
                <a16:creationId xmlns:a16="http://schemas.microsoft.com/office/drawing/2014/main" id="{0E13A231-B046-1F4B-A36E-3CC5FB7710B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8515" y="1742133"/>
            <a:ext cx="5277485" cy="3877985"/>
          </a:xfrm>
        </p:spPr>
        <p:txBody>
          <a:bodyPr lIns="0" tIns="0" rIns="0" bIns="0" anchor="t">
            <a:spAutoFit/>
          </a:bodyPr>
          <a:lstStyle>
            <a:lvl1pPr marL="0" indent="0">
              <a:buFontTx/>
              <a:buNone/>
              <a:defRPr sz="28000" b="1">
                <a:solidFill>
                  <a:schemeClr val="accent1">
                    <a:alpha val="3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dirty="0"/>
              <a:t>№</a:t>
            </a:r>
          </a:p>
        </p:txBody>
      </p:sp>
      <p:sp>
        <p:nvSpPr>
          <p:cNvPr id="10" name="Заголовок 16">
            <a:extLst>
              <a:ext uri="{FF2B5EF4-FFF2-40B4-BE49-F238E27FC236}">
                <a16:creationId xmlns:a16="http://schemas.microsoft.com/office/drawing/2014/main" id="{DFB5AB00-E3EA-B64E-858C-946031C610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8514" y="4361321"/>
            <a:ext cx="10554971" cy="997196"/>
          </a:xfrm>
        </p:spPr>
        <p:txBody>
          <a:bodyPr vert="horz" lIns="0" tIns="0" rIns="0" bIns="0" anchor="t">
            <a:spAutoFit/>
          </a:bodyPr>
          <a:lstStyle>
            <a:lvl1pPr>
              <a:defRPr sz="36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 </a:t>
            </a:r>
            <a:br>
              <a:rPr lang="ru-RU" dirty="0"/>
            </a:br>
            <a:endParaRPr lang="ru-RU" dirty="0"/>
          </a:p>
        </p:txBody>
      </p:sp>
      <p:sp>
        <p:nvSpPr>
          <p:cNvPr id="15" name="Текст 18">
            <a:extLst>
              <a:ext uri="{FF2B5EF4-FFF2-40B4-BE49-F238E27FC236}">
                <a16:creationId xmlns:a16="http://schemas.microsoft.com/office/drawing/2014/main" id="{9F64DCFC-FC3B-7440-97A3-1C74EC8FBA1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18515" y="5461594"/>
            <a:ext cx="10602018" cy="249299"/>
          </a:xfrm>
        </p:spPr>
        <p:txBody>
          <a:bodyPr lIns="0" tIns="0" rIns="0" bIns="0" anchor="t">
            <a:spAutoFit/>
          </a:bodyPr>
          <a:lstStyle>
            <a:lvl1pPr marL="0" indent="0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08AF1FF8-951E-9B4D-96E8-F9535A1B1717}"/>
              </a:ext>
            </a:extLst>
          </p:cNvPr>
          <p:cNvGrpSpPr/>
          <p:nvPr userDrawn="1"/>
        </p:nvGrpSpPr>
        <p:grpSpPr>
          <a:xfrm>
            <a:off x="227165" y="4395174"/>
            <a:ext cx="361110" cy="371578"/>
            <a:chOff x="383279" y="3833472"/>
            <a:chExt cx="361110" cy="371578"/>
          </a:xfrm>
        </p:grpSpPr>
        <p:sp>
          <p:nvSpPr>
            <p:cNvPr id="19" name="Нашивка 18">
              <a:extLst>
                <a:ext uri="{FF2B5EF4-FFF2-40B4-BE49-F238E27FC236}">
                  <a16:creationId xmlns:a16="http://schemas.microsoft.com/office/drawing/2014/main" id="{DC372A10-83C5-DC45-8F47-01EF8DA40D2B}"/>
                </a:ext>
              </a:extLst>
            </p:cNvPr>
            <p:cNvSpPr/>
            <p:nvPr/>
          </p:nvSpPr>
          <p:spPr>
            <a:xfrm>
              <a:off x="564906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20" name="Нашивка 19">
              <a:extLst>
                <a:ext uri="{FF2B5EF4-FFF2-40B4-BE49-F238E27FC236}">
                  <a16:creationId xmlns:a16="http://schemas.microsoft.com/office/drawing/2014/main" id="{7F5F3CBD-40CD-B34C-92C5-D4244B2DBEC3}"/>
                </a:ext>
              </a:extLst>
            </p:cNvPr>
            <p:cNvSpPr/>
            <p:nvPr/>
          </p:nvSpPr>
          <p:spPr>
            <a:xfrm>
              <a:off x="383279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11" y="246793"/>
            <a:ext cx="1048781" cy="42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68664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Разделитель: лог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7EE458F2-981F-5B4D-AD84-FF20F4593EE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8757288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Текст 4">
            <a:extLst>
              <a:ext uri="{FF2B5EF4-FFF2-40B4-BE49-F238E27FC236}">
                <a16:creationId xmlns:a16="http://schemas.microsoft.com/office/drawing/2014/main" id="{5B92850A-0211-1144-8EB9-6091374CCDE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2270" y="1077938"/>
            <a:ext cx="5119944" cy="3877985"/>
          </a:xfrm>
        </p:spPr>
        <p:txBody>
          <a:bodyPr lIns="0" tIns="0" rIns="0" bIns="0" anchor="t">
            <a:spAutoFit/>
          </a:bodyPr>
          <a:lstStyle>
            <a:lvl1pPr marL="0" indent="0">
              <a:buFontTx/>
              <a:buNone/>
              <a:defRPr lang="ru-RU" sz="28000" b="1" kern="1200" dirty="0">
                <a:gradFill flip="none" rotWithShape="1">
                  <a:gsLst>
                    <a:gs pos="0">
                      <a:schemeClr val="accent1"/>
                    </a:gs>
                    <a:gs pos="76000">
                      <a:schemeClr val="accent1">
                        <a:alpha val="0"/>
                      </a:schemeClr>
                    </a:gs>
                  </a:gsLst>
                  <a:lin ang="5400000" scaled="1"/>
                  <a:tileRect/>
                </a:gradFill>
                <a:latin typeface="+mn-lt"/>
                <a:ea typeface="+mn-ea"/>
                <a:cs typeface="+mn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ru-RU" dirty="0"/>
              <a:t>№</a:t>
            </a:r>
          </a:p>
        </p:txBody>
      </p:sp>
      <p:sp>
        <p:nvSpPr>
          <p:cNvPr id="7" name="Заголовок 16">
            <a:extLst>
              <a:ext uri="{FF2B5EF4-FFF2-40B4-BE49-F238E27FC236}">
                <a16:creationId xmlns:a16="http://schemas.microsoft.com/office/drawing/2014/main" id="{BE6F29DE-28D2-394F-821C-FB76FDE14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514" y="3664249"/>
            <a:ext cx="6062345" cy="498598"/>
          </a:xfrm>
        </p:spPr>
        <p:txBody>
          <a:bodyPr vert="horz" lIns="0" tIns="0" rIns="0" bIns="0" anchor="t">
            <a:spAutoFit/>
          </a:bodyPr>
          <a:lstStyle>
            <a:lvl1pPr>
              <a:defRPr sz="36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18">
            <a:extLst>
              <a:ext uri="{FF2B5EF4-FFF2-40B4-BE49-F238E27FC236}">
                <a16:creationId xmlns:a16="http://schemas.microsoft.com/office/drawing/2014/main" id="{B447CD9E-79AA-F841-B913-4DF677CF25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18514" y="4926106"/>
            <a:ext cx="6062345" cy="249299"/>
          </a:xfrm>
        </p:spPr>
        <p:txBody>
          <a:bodyPr lIns="0" tIns="0" rIns="0" bIns="0" anchor="t">
            <a:spAutoFit/>
          </a:bodyPr>
          <a:lstStyle>
            <a:lvl1pPr marL="0" indent="0">
              <a:buFontTx/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grpSp>
        <p:nvGrpSpPr>
          <p:cNvPr id="29" name="Группа 28">
            <a:extLst>
              <a:ext uri="{FF2B5EF4-FFF2-40B4-BE49-F238E27FC236}">
                <a16:creationId xmlns:a16="http://schemas.microsoft.com/office/drawing/2014/main" id="{5F77A769-4F6D-8F4E-8FA7-F0C592D67851}"/>
              </a:ext>
            </a:extLst>
          </p:cNvPr>
          <p:cNvGrpSpPr/>
          <p:nvPr userDrawn="1"/>
        </p:nvGrpSpPr>
        <p:grpSpPr>
          <a:xfrm>
            <a:off x="227165" y="3714180"/>
            <a:ext cx="361110" cy="371578"/>
            <a:chOff x="383279" y="3833472"/>
            <a:chExt cx="361110" cy="371578"/>
          </a:xfrm>
        </p:grpSpPr>
        <p:sp>
          <p:nvSpPr>
            <p:cNvPr id="30" name="Нашивка 29">
              <a:extLst>
                <a:ext uri="{FF2B5EF4-FFF2-40B4-BE49-F238E27FC236}">
                  <a16:creationId xmlns:a16="http://schemas.microsoft.com/office/drawing/2014/main" id="{55DD70D4-EC10-404E-A2F0-BDD074B844BE}"/>
                </a:ext>
              </a:extLst>
            </p:cNvPr>
            <p:cNvSpPr/>
            <p:nvPr/>
          </p:nvSpPr>
          <p:spPr>
            <a:xfrm>
              <a:off x="564906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31" name="Нашивка 30">
              <a:extLst>
                <a:ext uri="{FF2B5EF4-FFF2-40B4-BE49-F238E27FC236}">
                  <a16:creationId xmlns:a16="http://schemas.microsoft.com/office/drawing/2014/main" id="{C7099F1E-2038-F640-A9BD-C832B7361CCB}"/>
                </a:ext>
              </a:extLst>
            </p:cNvPr>
            <p:cNvSpPr/>
            <p:nvPr/>
          </p:nvSpPr>
          <p:spPr>
            <a:xfrm>
              <a:off x="383279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3D17A70-2D70-8D49-944B-DCA00AE7B88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63622" b="-3566"/>
          <a:stretch/>
        </p:blipFill>
        <p:spPr>
          <a:xfrm>
            <a:off x="7720162" y="2598039"/>
            <a:ext cx="4063046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65009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Разделитель: белый фо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B32936E7-298E-344F-86EF-0BEB754737F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343411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Текст 4">
            <a:extLst>
              <a:ext uri="{FF2B5EF4-FFF2-40B4-BE49-F238E27FC236}">
                <a16:creationId xmlns:a16="http://schemas.microsoft.com/office/drawing/2014/main" id="{5B92850A-0211-1144-8EB9-6091374CCDE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2270" y="1077938"/>
            <a:ext cx="5119944" cy="3877985"/>
          </a:xfrm>
        </p:spPr>
        <p:txBody>
          <a:bodyPr lIns="0" tIns="0" rIns="0" bIns="0" anchor="t">
            <a:spAutoFit/>
          </a:bodyPr>
          <a:lstStyle>
            <a:lvl1pPr marL="0" indent="0">
              <a:buFontTx/>
              <a:buNone/>
              <a:defRPr lang="ru-RU" sz="28000" b="1" kern="1200" dirty="0">
                <a:gradFill flip="none" rotWithShape="1">
                  <a:gsLst>
                    <a:gs pos="0">
                      <a:schemeClr val="accent1"/>
                    </a:gs>
                    <a:gs pos="76000">
                      <a:schemeClr val="accent1">
                        <a:alpha val="0"/>
                      </a:schemeClr>
                    </a:gs>
                  </a:gsLst>
                  <a:lin ang="5400000" scaled="1"/>
                  <a:tileRect/>
                </a:gradFill>
                <a:latin typeface="+mn-lt"/>
                <a:ea typeface="+mn-ea"/>
                <a:cs typeface="+mn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ru-RU" dirty="0"/>
              <a:t>№</a:t>
            </a:r>
          </a:p>
        </p:txBody>
      </p:sp>
      <p:sp>
        <p:nvSpPr>
          <p:cNvPr id="7" name="Заголовок 16">
            <a:extLst>
              <a:ext uri="{FF2B5EF4-FFF2-40B4-BE49-F238E27FC236}">
                <a16:creationId xmlns:a16="http://schemas.microsoft.com/office/drawing/2014/main" id="{BE6F29DE-28D2-394F-821C-FB76FDE14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514" y="3664249"/>
            <a:ext cx="6062345" cy="498598"/>
          </a:xfrm>
        </p:spPr>
        <p:txBody>
          <a:bodyPr vert="horz" lIns="0" tIns="0" rIns="0" bIns="0" anchor="t">
            <a:spAutoFit/>
          </a:bodyPr>
          <a:lstStyle>
            <a:lvl1pPr>
              <a:defRPr sz="36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18">
            <a:extLst>
              <a:ext uri="{FF2B5EF4-FFF2-40B4-BE49-F238E27FC236}">
                <a16:creationId xmlns:a16="http://schemas.microsoft.com/office/drawing/2014/main" id="{B447CD9E-79AA-F841-B913-4DF677CF25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18514" y="4926106"/>
            <a:ext cx="6062345" cy="249299"/>
          </a:xfrm>
        </p:spPr>
        <p:txBody>
          <a:bodyPr lIns="0" tIns="0" rIns="0" bIns="0" anchor="t">
            <a:spAutoFit/>
          </a:bodyPr>
          <a:lstStyle>
            <a:lvl1pPr marL="0" indent="0">
              <a:buFontTx/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grpSp>
        <p:nvGrpSpPr>
          <p:cNvPr id="29" name="Группа 28">
            <a:extLst>
              <a:ext uri="{FF2B5EF4-FFF2-40B4-BE49-F238E27FC236}">
                <a16:creationId xmlns:a16="http://schemas.microsoft.com/office/drawing/2014/main" id="{5F77A769-4F6D-8F4E-8FA7-F0C592D67851}"/>
              </a:ext>
            </a:extLst>
          </p:cNvPr>
          <p:cNvGrpSpPr/>
          <p:nvPr userDrawn="1"/>
        </p:nvGrpSpPr>
        <p:grpSpPr>
          <a:xfrm>
            <a:off x="227165" y="3714180"/>
            <a:ext cx="361110" cy="371578"/>
            <a:chOff x="383279" y="3833472"/>
            <a:chExt cx="361110" cy="371578"/>
          </a:xfrm>
        </p:grpSpPr>
        <p:sp>
          <p:nvSpPr>
            <p:cNvPr id="30" name="Нашивка 29">
              <a:extLst>
                <a:ext uri="{FF2B5EF4-FFF2-40B4-BE49-F238E27FC236}">
                  <a16:creationId xmlns:a16="http://schemas.microsoft.com/office/drawing/2014/main" id="{55DD70D4-EC10-404E-A2F0-BDD074B844BE}"/>
                </a:ext>
              </a:extLst>
            </p:cNvPr>
            <p:cNvSpPr/>
            <p:nvPr/>
          </p:nvSpPr>
          <p:spPr>
            <a:xfrm>
              <a:off x="564906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31" name="Нашивка 30">
              <a:extLst>
                <a:ext uri="{FF2B5EF4-FFF2-40B4-BE49-F238E27FC236}">
                  <a16:creationId xmlns:a16="http://schemas.microsoft.com/office/drawing/2014/main" id="{C7099F1E-2038-F640-A9BD-C832B7361CCB}"/>
                </a:ext>
              </a:extLst>
            </p:cNvPr>
            <p:cNvSpPr/>
            <p:nvPr/>
          </p:nvSpPr>
          <p:spPr>
            <a:xfrm>
              <a:off x="383279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6B36374A-92E4-084C-AA09-6CFE35648EF5}"/>
              </a:ext>
            </a:extLst>
          </p:cNvPr>
          <p:cNvGrpSpPr/>
          <p:nvPr userDrawn="1"/>
        </p:nvGrpSpPr>
        <p:grpSpPr>
          <a:xfrm>
            <a:off x="7700393" y="0"/>
            <a:ext cx="1127505" cy="6876000"/>
            <a:chOff x="3945699" y="0"/>
            <a:chExt cx="1127505" cy="6876000"/>
          </a:xfrm>
        </p:grpSpPr>
        <p:sp>
          <p:nvSpPr>
            <p:cNvPr id="11" name="Нашивка 10">
              <a:extLst>
                <a:ext uri="{FF2B5EF4-FFF2-40B4-BE49-F238E27FC236}">
                  <a16:creationId xmlns:a16="http://schemas.microsoft.com/office/drawing/2014/main" id="{269A1E4D-FBE3-D747-9ADC-5846C2844092}"/>
                </a:ext>
              </a:extLst>
            </p:cNvPr>
            <p:cNvSpPr/>
            <p:nvPr/>
          </p:nvSpPr>
          <p:spPr>
            <a:xfrm>
              <a:off x="4042681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2" name="Нашивка 11">
              <a:extLst>
                <a:ext uri="{FF2B5EF4-FFF2-40B4-BE49-F238E27FC236}">
                  <a16:creationId xmlns:a16="http://schemas.microsoft.com/office/drawing/2014/main" id="{E3F5A0E7-C5AF-7747-BCCB-9AAB760EA313}"/>
                </a:ext>
              </a:extLst>
            </p:cNvPr>
            <p:cNvSpPr/>
            <p:nvPr/>
          </p:nvSpPr>
          <p:spPr>
            <a:xfrm>
              <a:off x="3945699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1529484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F85B60A3-FE48-2E49-B5BC-9634550B635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352706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0E299884-2EFC-A04C-81A3-D7BA8D9E87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9072000" cy="685801"/>
          </a:xfr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B1D2930A-E7E2-8F4B-BF00-D261DFFCEF5C}"/>
              </a:ext>
            </a:extLst>
          </p:cNvPr>
          <p:cNvCxnSpPr>
            <a:cxnSpLocks/>
          </p:cNvCxnSpPr>
          <p:nvPr userDrawn="1"/>
        </p:nvCxnSpPr>
        <p:spPr>
          <a:xfrm>
            <a:off x="662294" y="0"/>
            <a:ext cx="0" cy="99556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307D7406-D609-3844-9FFD-74697F859819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6836"/>
            <a:ext cx="0" cy="15902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4C3F334-6B2E-0F46-9A34-5391205468A0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2"/>
                </a:solidFill>
              </a:rPr>
              <a:pPr algn="l"/>
              <a:t>‹#›</a:t>
            </a:fld>
            <a:endParaRPr lang="ru-RU" sz="1000" dirty="0">
              <a:solidFill>
                <a:schemeClr val="bg2"/>
              </a:solidFill>
            </a:endParaRPr>
          </a:p>
        </p:txBody>
      </p: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02437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 с фот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B496EC26-6A0F-704E-807F-0ADDC92EDD5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9422750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0E299884-2EFC-A04C-81A3-D7BA8D9E87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00878" y="402822"/>
            <a:ext cx="4763368" cy="685801"/>
          </a:xfr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B1D2930A-E7E2-8F4B-BF00-D261DFFCEF5C}"/>
              </a:ext>
            </a:extLst>
          </p:cNvPr>
          <p:cNvCxnSpPr>
            <a:cxnSpLocks/>
          </p:cNvCxnSpPr>
          <p:nvPr userDrawn="1"/>
        </p:nvCxnSpPr>
        <p:spPr>
          <a:xfrm>
            <a:off x="4602163" y="1208544"/>
            <a:ext cx="1541261" cy="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E53D1804-0EFE-AB4F-B2DB-B9BB9A80242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4602163" cy="6858000"/>
          </a:xfr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 marL="228600" indent="-228600" algn="ctr">
              <a:buFontTx/>
              <a:buNone/>
              <a:defRPr lang="ru-RU" sz="1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en-US" dirty="0"/>
              <a:t> </a:t>
            </a:r>
            <a:r>
              <a:rPr lang="ru-RU" dirty="0"/>
              <a:t>Изображение</a:t>
            </a:r>
          </a:p>
        </p:txBody>
      </p: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57638FCE-C738-8243-9156-EC65C3E1F059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6836"/>
            <a:ext cx="0" cy="15902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F3B33A8-9A4D-0E45-9A25-1BB082DBFAE4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2"/>
                </a:solidFill>
              </a:rPr>
              <a:pPr algn="l"/>
              <a:t>‹#›</a:t>
            </a:fld>
            <a:endParaRPr lang="ru-RU" sz="1000" dirty="0">
              <a:solidFill>
                <a:schemeClr val="bg2"/>
              </a:solidFill>
            </a:endParaRPr>
          </a:p>
        </p:txBody>
      </p:sp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4129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Буллиты с фото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8A6AF37E-99FD-FC46-BDAD-F5FBCA00C5D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6189251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Полилиния 12">
            <a:extLst>
              <a:ext uri="{FF2B5EF4-FFF2-40B4-BE49-F238E27FC236}">
                <a16:creationId xmlns:a16="http://schemas.microsoft.com/office/drawing/2014/main" id="{FD9F2DAB-4652-2C46-B2B9-DA033A180894}"/>
              </a:ext>
            </a:extLst>
          </p:cNvPr>
          <p:cNvSpPr/>
          <p:nvPr userDrawn="1"/>
        </p:nvSpPr>
        <p:spPr>
          <a:xfrm>
            <a:off x="814782" y="1352890"/>
            <a:ext cx="5474806" cy="4860000"/>
          </a:xfrm>
          <a:custGeom>
            <a:avLst/>
            <a:gdLst>
              <a:gd name="connsiteX0" fmla="*/ 2827536 w 5474806"/>
              <a:gd name="connsiteY0" fmla="*/ 0 h 4867096"/>
              <a:gd name="connsiteX1" fmla="*/ 4627044 w 5474806"/>
              <a:gd name="connsiteY1" fmla="*/ 0 h 4867096"/>
              <a:gd name="connsiteX2" fmla="*/ 5474806 w 5474806"/>
              <a:gd name="connsiteY2" fmla="*/ 2433549 h 4867096"/>
              <a:gd name="connsiteX3" fmla="*/ 4627044 w 5474806"/>
              <a:gd name="connsiteY3" fmla="*/ 4867096 h 4867096"/>
              <a:gd name="connsiteX4" fmla="*/ 4022173 w 5474806"/>
              <a:gd name="connsiteY4" fmla="*/ 4867096 h 4867096"/>
              <a:gd name="connsiteX5" fmla="*/ 2827536 w 5474806"/>
              <a:gd name="connsiteY5" fmla="*/ 4867096 h 4867096"/>
              <a:gd name="connsiteX6" fmla="*/ 654469 w 5474806"/>
              <a:gd name="connsiteY6" fmla="*/ 4867096 h 4867096"/>
              <a:gd name="connsiteX7" fmla="*/ 648540 w 5474806"/>
              <a:gd name="connsiteY7" fmla="*/ 4866307 h 4867096"/>
              <a:gd name="connsiteX8" fmla="*/ 133772 w 5474806"/>
              <a:gd name="connsiteY8" fmla="*/ 4866307 h 4867096"/>
              <a:gd name="connsiteX9" fmla="*/ 0 w 5474806"/>
              <a:gd name="connsiteY9" fmla="*/ 4732535 h 4867096"/>
              <a:gd name="connsiteX10" fmla="*/ 0 w 5474806"/>
              <a:gd name="connsiteY10" fmla="*/ 134562 h 4867096"/>
              <a:gd name="connsiteX11" fmla="*/ 133772 w 5474806"/>
              <a:gd name="connsiteY11" fmla="*/ 790 h 4867096"/>
              <a:gd name="connsiteX12" fmla="*/ 2827536 w 5474806"/>
              <a:gd name="connsiteY12" fmla="*/ 790 h 4867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474806" h="4867096">
                <a:moveTo>
                  <a:pt x="2827536" y="0"/>
                </a:moveTo>
                <a:lnTo>
                  <a:pt x="4627044" y="0"/>
                </a:lnTo>
                <a:lnTo>
                  <a:pt x="5474806" y="2433549"/>
                </a:lnTo>
                <a:lnTo>
                  <a:pt x="4627044" y="4867096"/>
                </a:lnTo>
                <a:lnTo>
                  <a:pt x="4022173" y="4867096"/>
                </a:lnTo>
                <a:lnTo>
                  <a:pt x="2827536" y="4867096"/>
                </a:lnTo>
                <a:lnTo>
                  <a:pt x="654469" y="4867096"/>
                </a:lnTo>
                <a:lnTo>
                  <a:pt x="648540" y="4866307"/>
                </a:lnTo>
                <a:lnTo>
                  <a:pt x="133772" y="4866307"/>
                </a:lnTo>
                <a:cubicBezTo>
                  <a:pt x="59892" y="4866307"/>
                  <a:pt x="0" y="4806415"/>
                  <a:pt x="0" y="4732535"/>
                </a:cubicBezTo>
                <a:lnTo>
                  <a:pt x="0" y="134562"/>
                </a:lnTo>
                <a:cubicBezTo>
                  <a:pt x="0" y="60682"/>
                  <a:pt x="59892" y="790"/>
                  <a:pt x="133772" y="790"/>
                </a:cubicBezTo>
                <a:lnTo>
                  <a:pt x="2827536" y="790"/>
                </a:lnTo>
                <a:close/>
              </a:path>
            </a:pathLst>
          </a:custGeom>
          <a:solidFill>
            <a:srgbClr val="F7F7F7"/>
          </a:solidFill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0E299884-2EFC-A04C-81A3-D7BA8D9E87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8556625" cy="685801"/>
          </a:xfr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B1D2930A-E7E2-8F4B-BF00-D261DFFCEF5C}"/>
              </a:ext>
            </a:extLst>
          </p:cNvPr>
          <p:cNvCxnSpPr>
            <a:cxnSpLocks/>
          </p:cNvCxnSpPr>
          <p:nvPr userDrawn="1"/>
        </p:nvCxnSpPr>
        <p:spPr>
          <a:xfrm>
            <a:off x="662294" y="0"/>
            <a:ext cx="0" cy="99556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ECCE6E81-B6E0-B246-8EAB-96ED5E33953B}"/>
              </a:ext>
            </a:extLst>
          </p:cNvPr>
          <p:cNvGrpSpPr/>
          <p:nvPr userDrawn="1"/>
        </p:nvGrpSpPr>
        <p:grpSpPr>
          <a:xfrm>
            <a:off x="5338119" y="1347617"/>
            <a:ext cx="1210963" cy="4859337"/>
            <a:chOff x="5313405" y="1347617"/>
            <a:chExt cx="1210963" cy="4859337"/>
          </a:xfrm>
        </p:grpSpPr>
        <p:sp>
          <p:nvSpPr>
            <p:cNvPr id="16" name="Нашивка 15">
              <a:extLst>
                <a:ext uri="{FF2B5EF4-FFF2-40B4-BE49-F238E27FC236}">
                  <a16:creationId xmlns:a16="http://schemas.microsoft.com/office/drawing/2014/main" id="{F8CBEEC2-B7F4-3944-8945-A2A1A2919CE6}"/>
                </a:ext>
              </a:extLst>
            </p:cNvPr>
            <p:cNvSpPr/>
            <p:nvPr/>
          </p:nvSpPr>
          <p:spPr>
            <a:xfrm>
              <a:off x="5436973" y="1347617"/>
              <a:ext cx="1087395" cy="4859337"/>
            </a:xfrm>
            <a:prstGeom prst="chevron">
              <a:avLst>
                <a:gd name="adj" fmla="val 87552"/>
              </a:avLst>
            </a:prstGeom>
            <a:ln w="952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  <p:sp>
          <p:nvSpPr>
            <p:cNvPr id="18" name="Нашивка 17">
              <a:extLst>
                <a:ext uri="{FF2B5EF4-FFF2-40B4-BE49-F238E27FC236}">
                  <a16:creationId xmlns:a16="http://schemas.microsoft.com/office/drawing/2014/main" id="{118A6904-EFD3-6D42-9C54-7AD235004CD4}"/>
                </a:ext>
              </a:extLst>
            </p:cNvPr>
            <p:cNvSpPr/>
            <p:nvPr/>
          </p:nvSpPr>
          <p:spPr>
            <a:xfrm>
              <a:off x="5313405" y="1347617"/>
              <a:ext cx="1087395" cy="4859337"/>
            </a:xfrm>
            <a:prstGeom prst="chevron">
              <a:avLst>
                <a:gd name="adj" fmla="val 87552"/>
              </a:avLst>
            </a:prstGeom>
            <a:solidFill>
              <a:schemeClr val="accent2"/>
            </a:solidFill>
            <a:ln w="952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</p:grpSp>
      <p:sp>
        <p:nvSpPr>
          <p:cNvPr id="22" name="Рисунок 21">
            <a:extLst>
              <a:ext uri="{FF2B5EF4-FFF2-40B4-BE49-F238E27FC236}">
                <a16:creationId xmlns:a16="http://schemas.microsoft.com/office/drawing/2014/main" id="{C8B122AB-132B-6A45-8685-822F9C523190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597611" y="1344613"/>
            <a:ext cx="5786353" cy="4862512"/>
          </a:xfrm>
          <a:custGeom>
            <a:avLst/>
            <a:gdLst>
              <a:gd name="connsiteX0" fmla="*/ 0 w 5786353"/>
              <a:gd name="connsiteY0" fmla="*/ 0 h 4862512"/>
              <a:gd name="connsiteX1" fmla="*/ 5622301 w 5786353"/>
              <a:gd name="connsiteY1" fmla="*/ 0 h 4862512"/>
              <a:gd name="connsiteX2" fmla="*/ 5686749 w 5786353"/>
              <a:gd name="connsiteY2" fmla="*/ 13011 h 4862512"/>
              <a:gd name="connsiteX3" fmla="*/ 5777685 w 5786353"/>
              <a:gd name="connsiteY3" fmla="*/ 103947 h 4862512"/>
              <a:gd name="connsiteX4" fmla="*/ 5786353 w 5786353"/>
              <a:gd name="connsiteY4" fmla="*/ 146883 h 4862512"/>
              <a:gd name="connsiteX5" fmla="*/ 5786353 w 5786353"/>
              <a:gd name="connsiteY5" fmla="*/ 4717800 h 4862512"/>
              <a:gd name="connsiteX6" fmla="*/ 5777685 w 5786353"/>
              <a:gd name="connsiteY6" fmla="*/ 4760736 h 4862512"/>
              <a:gd name="connsiteX7" fmla="*/ 5686749 w 5786353"/>
              <a:gd name="connsiteY7" fmla="*/ 4851672 h 4862512"/>
              <a:gd name="connsiteX8" fmla="*/ 5633055 w 5786353"/>
              <a:gd name="connsiteY8" fmla="*/ 4862512 h 4862512"/>
              <a:gd name="connsiteX9" fmla="*/ 0 w 5786353"/>
              <a:gd name="connsiteY9" fmla="*/ 4862512 h 4862512"/>
              <a:gd name="connsiteX10" fmla="*/ 0 w 5786353"/>
              <a:gd name="connsiteY10" fmla="*/ 4852694 h 4862512"/>
              <a:gd name="connsiteX11" fmla="*/ 962851 w 5786353"/>
              <a:gd name="connsiteY11" fmla="*/ 2433848 h 4862512"/>
              <a:gd name="connsiteX12" fmla="*/ 0 w 5786353"/>
              <a:gd name="connsiteY12" fmla="*/ 15002 h 4862512"/>
              <a:gd name="connsiteX0" fmla="*/ 0 w 5786353"/>
              <a:gd name="connsiteY0" fmla="*/ 0 h 4862512"/>
              <a:gd name="connsiteX1" fmla="*/ 5622301 w 5786353"/>
              <a:gd name="connsiteY1" fmla="*/ 0 h 4862512"/>
              <a:gd name="connsiteX2" fmla="*/ 5686749 w 5786353"/>
              <a:gd name="connsiteY2" fmla="*/ 13011 h 4862512"/>
              <a:gd name="connsiteX3" fmla="*/ 5777685 w 5786353"/>
              <a:gd name="connsiteY3" fmla="*/ 103947 h 4862512"/>
              <a:gd name="connsiteX4" fmla="*/ 5786353 w 5786353"/>
              <a:gd name="connsiteY4" fmla="*/ 146883 h 4862512"/>
              <a:gd name="connsiteX5" fmla="*/ 5786353 w 5786353"/>
              <a:gd name="connsiteY5" fmla="*/ 4717800 h 4862512"/>
              <a:gd name="connsiteX6" fmla="*/ 5777685 w 5786353"/>
              <a:gd name="connsiteY6" fmla="*/ 4760736 h 4862512"/>
              <a:gd name="connsiteX7" fmla="*/ 5686749 w 5786353"/>
              <a:gd name="connsiteY7" fmla="*/ 4851672 h 4862512"/>
              <a:gd name="connsiteX8" fmla="*/ 5633055 w 5786353"/>
              <a:gd name="connsiteY8" fmla="*/ 4862512 h 4862512"/>
              <a:gd name="connsiteX9" fmla="*/ 0 w 5786353"/>
              <a:gd name="connsiteY9" fmla="*/ 4862512 h 4862512"/>
              <a:gd name="connsiteX10" fmla="*/ 0 w 5786353"/>
              <a:gd name="connsiteY10" fmla="*/ 4852694 h 4862512"/>
              <a:gd name="connsiteX11" fmla="*/ 952803 w 5786353"/>
              <a:gd name="connsiteY11" fmla="*/ 2423800 h 4862512"/>
              <a:gd name="connsiteX12" fmla="*/ 0 w 5786353"/>
              <a:gd name="connsiteY12" fmla="*/ 15002 h 4862512"/>
              <a:gd name="connsiteX13" fmla="*/ 0 w 5786353"/>
              <a:gd name="connsiteY13" fmla="*/ 0 h 48625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786353" h="4862512">
                <a:moveTo>
                  <a:pt x="0" y="0"/>
                </a:moveTo>
                <a:lnTo>
                  <a:pt x="5622301" y="0"/>
                </a:lnTo>
                <a:lnTo>
                  <a:pt x="5686749" y="13011"/>
                </a:lnTo>
                <a:cubicBezTo>
                  <a:pt x="5727636" y="30305"/>
                  <a:pt x="5760391" y="63060"/>
                  <a:pt x="5777685" y="103947"/>
                </a:cubicBezTo>
                <a:lnTo>
                  <a:pt x="5786353" y="146883"/>
                </a:lnTo>
                <a:lnTo>
                  <a:pt x="5786353" y="4717800"/>
                </a:lnTo>
                <a:lnTo>
                  <a:pt x="5777685" y="4760736"/>
                </a:lnTo>
                <a:cubicBezTo>
                  <a:pt x="5760391" y="4801623"/>
                  <a:pt x="5727636" y="4834378"/>
                  <a:pt x="5686749" y="4851672"/>
                </a:cubicBezTo>
                <a:lnTo>
                  <a:pt x="5633055" y="4862512"/>
                </a:lnTo>
                <a:lnTo>
                  <a:pt x="0" y="4862512"/>
                </a:lnTo>
                <a:lnTo>
                  <a:pt x="0" y="4852694"/>
                </a:lnTo>
                <a:lnTo>
                  <a:pt x="952803" y="2423800"/>
                </a:lnTo>
                <a:lnTo>
                  <a:pt x="0" y="15002"/>
                </a:lnTo>
                <a:lnTo>
                  <a:pt x="0" y="0"/>
                </a:lnTo>
                <a:close/>
              </a:path>
            </a:pathLst>
          </a:custGeo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4" name="Текст 2">
            <a:extLst>
              <a:ext uri="{FF2B5EF4-FFF2-40B4-BE49-F238E27FC236}">
                <a16:creationId xmlns:a16="http://schemas.microsoft.com/office/drawing/2014/main" id="{8CAF1BEF-86D9-9C49-A79A-90437F062BA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6575811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/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7" name="Прямая соединительная линия 26">
            <a:extLst>
              <a:ext uri="{FF2B5EF4-FFF2-40B4-BE49-F238E27FC236}">
                <a16:creationId xmlns:a16="http://schemas.microsoft.com/office/drawing/2014/main" id="{2D71F13D-3902-F649-A58F-7B229C39274E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732F6BC-86EB-DC47-8955-70DA404806C9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2"/>
                </a:solidFill>
              </a:rPr>
              <a:pPr algn="l"/>
              <a:t>‹#›</a:t>
            </a:fld>
            <a:endParaRPr lang="ru-RU" sz="1000" dirty="0">
              <a:solidFill>
                <a:schemeClr val="bg2"/>
              </a:solidFill>
            </a:endParaRPr>
          </a:p>
        </p:txBody>
      </p:sp>
      <p:pic>
        <p:nvPicPr>
          <p:cNvPr id="19" name="Рисунок 18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83295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Буллиты с фото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D68EE43A-8859-594C-A127-7DE1B66556A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291143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Полилиния 14">
            <a:extLst>
              <a:ext uri="{FF2B5EF4-FFF2-40B4-BE49-F238E27FC236}">
                <a16:creationId xmlns:a16="http://schemas.microsoft.com/office/drawing/2014/main" id="{258183B6-84F7-7942-A1E1-D2A8B442AC54}"/>
              </a:ext>
            </a:extLst>
          </p:cNvPr>
          <p:cNvSpPr/>
          <p:nvPr userDrawn="1"/>
        </p:nvSpPr>
        <p:spPr>
          <a:xfrm flipH="1">
            <a:off x="5584053" y="1348813"/>
            <a:ext cx="5804672" cy="4867096"/>
          </a:xfrm>
          <a:custGeom>
            <a:avLst/>
            <a:gdLst>
              <a:gd name="connsiteX0" fmla="*/ 5804672 w 5804672"/>
              <a:gd name="connsiteY0" fmla="*/ 0 h 4867096"/>
              <a:gd name="connsiteX1" fmla="*/ 3575355 w 5804672"/>
              <a:gd name="connsiteY1" fmla="*/ 0 h 4867096"/>
              <a:gd name="connsiteX2" fmla="*/ 3575355 w 5804672"/>
              <a:gd name="connsiteY2" fmla="*/ 790 h 4867096"/>
              <a:gd name="connsiteX3" fmla="*/ 133772 w 5804672"/>
              <a:gd name="connsiteY3" fmla="*/ 790 h 4867096"/>
              <a:gd name="connsiteX4" fmla="*/ 0 w 5804672"/>
              <a:gd name="connsiteY4" fmla="*/ 134562 h 4867096"/>
              <a:gd name="connsiteX5" fmla="*/ 0 w 5804672"/>
              <a:gd name="connsiteY5" fmla="*/ 4732535 h 4867096"/>
              <a:gd name="connsiteX6" fmla="*/ 133772 w 5804672"/>
              <a:gd name="connsiteY6" fmla="*/ 4866307 h 4867096"/>
              <a:gd name="connsiteX7" fmla="*/ 875911 w 5804672"/>
              <a:gd name="connsiteY7" fmla="*/ 4866307 h 4867096"/>
              <a:gd name="connsiteX8" fmla="*/ 883255 w 5804672"/>
              <a:gd name="connsiteY8" fmla="*/ 4867096 h 4867096"/>
              <a:gd name="connsiteX9" fmla="*/ 3575355 w 5804672"/>
              <a:gd name="connsiteY9" fmla="*/ 4867096 h 4867096"/>
              <a:gd name="connsiteX10" fmla="*/ 5055330 w 5804672"/>
              <a:gd name="connsiteY10" fmla="*/ 4867096 h 4867096"/>
              <a:gd name="connsiteX11" fmla="*/ 5804672 w 5804672"/>
              <a:gd name="connsiteY11" fmla="*/ 4867096 h 4867096"/>
              <a:gd name="connsiteX12" fmla="*/ 4961536 w 5804672"/>
              <a:gd name="connsiteY12" fmla="*/ 2436468 h 4867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804672" h="4867096">
                <a:moveTo>
                  <a:pt x="5804672" y="0"/>
                </a:moveTo>
                <a:lnTo>
                  <a:pt x="3575355" y="0"/>
                </a:lnTo>
                <a:lnTo>
                  <a:pt x="3575355" y="790"/>
                </a:lnTo>
                <a:lnTo>
                  <a:pt x="133772" y="790"/>
                </a:lnTo>
                <a:cubicBezTo>
                  <a:pt x="59892" y="790"/>
                  <a:pt x="0" y="60682"/>
                  <a:pt x="0" y="134562"/>
                </a:cubicBezTo>
                <a:lnTo>
                  <a:pt x="0" y="4732535"/>
                </a:lnTo>
                <a:cubicBezTo>
                  <a:pt x="0" y="4806415"/>
                  <a:pt x="59892" y="4866307"/>
                  <a:pt x="133772" y="4866307"/>
                </a:cubicBezTo>
                <a:lnTo>
                  <a:pt x="875911" y="4866307"/>
                </a:lnTo>
                <a:lnTo>
                  <a:pt x="883255" y="4867096"/>
                </a:lnTo>
                <a:lnTo>
                  <a:pt x="3575355" y="4867096"/>
                </a:lnTo>
                <a:lnTo>
                  <a:pt x="5055330" y="4867096"/>
                </a:lnTo>
                <a:lnTo>
                  <a:pt x="5804672" y="4867096"/>
                </a:lnTo>
                <a:lnTo>
                  <a:pt x="4961536" y="2436468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0E299884-2EFC-A04C-81A3-D7BA8D9E87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8556625" cy="685801"/>
          </a:xfr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B1D2930A-E7E2-8F4B-BF00-D261DFFCEF5C}"/>
              </a:ext>
            </a:extLst>
          </p:cNvPr>
          <p:cNvCxnSpPr>
            <a:cxnSpLocks/>
          </p:cNvCxnSpPr>
          <p:nvPr userDrawn="1"/>
        </p:nvCxnSpPr>
        <p:spPr>
          <a:xfrm>
            <a:off x="662294" y="0"/>
            <a:ext cx="0" cy="99556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Рисунок 17">
            <a:extLst>
              <a:ext uri="{FF2B5EF4-FFF2-40B4-BE49-F238E27FC236}">
                <a16:creationId xmlns:a16="http://schemas.microsoft.com/office/drawing/2014/main" id="{289EDCB9-AE11-5843-8024-4B13C105AA7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08907" y="1345076"/>
            <a:ext cx="5490233" cy="4859337"/>
          </a:xfrm>
          <a:custGeom>
            <a:avLst/>
            <a:gdLst>
              <a:gd name="connsiteX0" fmla="*/ 129274 w 5508802"/>
              <a:gd name="connsiteY0" fmla="*/ 0 h 4859337"/>
              <a:gd name="connsiteX1" fmla="*/ 4540653 w 5508802"/>
              <a:gd name="connsiteY1" fmla="*/ 0 h 4859337"/>
              <a:gd name="connsiteX2" fmla="*/ 5501812 w 5508802"/>
              <a:gd name="connsiteY2" fmla="*/ 2420276 h 4859337"/>
              <a:gd name="connsiteX3" fmla="*/ 5506169 w 5508802"/>
              <a:gd name="connsiteY3" fmla="*/ 2426067 h 4859337"/>
              <a:gd name="connsiteX4" fmla="*/ 4532899 w 5508802"/>
              <a:gd name="connsiteY4" fmla="*/ 4859337 h 4859337"/>
              <a:gd name="connsiteX5" fmla="*/ 4532898 w 5508802"/>
              <a:gd name="connsiteY5" fmla="*/ 4859337 h 4859337"/>
              <a:gd name="connsiteX6" fmla="*/ 129277 w 5508802"/>
              <a:gd name="connsiteY6" fmla="*/ 4859337 h 4859337"/>
              <a:gd name="connsiteX7" fmla="*/ 117576 w 5508802"/>
              <a:gd name="connsiteY7" fmla="*/ 4855705 h 4859337"/>
              <a:gd name="connsiteX8" fmla="*/ 15128 w 5508802"/>
              <a:gd name="connsiteY8" fmla="*/ 4753257 h 4859337"/>
              <a:gd name="connsiteX9" fmla="*/ 0 w 5508802"/>
              <a:gd name="connsiteY9" fmla="*/ 4678328 h 4859337"/>
              <a:gd name="connsiteX10" fmla="*/ 0 w 5508802"/>
              <a:gd name="connsiteY10" fmla="*/ 181008 h 4859337"/>
              <a:gd name="connsiteX11" fmla="*/ 15128 w 5508802"/>
              <a:gd name="connsiteY11" fmla="*/ 106080 h 4859337"/>
              <a:gd name="connsiteX12" fmla="*/ 117576 w 5508802"/>
              <a:gd name="connsiteY12" fmla="*/ 3632 h 4859337"/>
              <a:gd name="connsiteX0" fmla="*/ 129274 w 5504144"/>
              <a:gd name="connsiteY0" fmla="*/ 0 h 4859337"/>
              <a:gd name="connsiteX1" fmla="*/ 4540653 w 5504144"/>
              <a:gd name="connsiteY1" fmla="*/ 0 h 4859337"/>
              <a:gd name="connsiteX2" fmla="*/ 5501812 w 5504144"/>
              <a:gd name="connsiteY2" fmla="*/ 2420276 h 4859337"/>
              <a:gd name="connsiteX3" fmla="*/ 5474759 w 5504144"/>
              <a:gd name="connsiteY3" fmla="*/ 2440028 h 4859337"/>
              <a:gd name="connsiteX4" fmla="*/ 4532899 w 5504144"/>
              <a:gd name="connsiteY4" fmla="*/ 4859337 h 4859337"/>
              <a:gd name="connsiteX5" fmla="*/ 4532898 w 5504144"/>
              <a:gd name="connsiteY5" fmla="*/ 4859337 h 4859337"/>
              <a:gd name="connsiteX6" fmla="*/ 129277 w 5504144"/>
              <a:gd name="connsiteY6" fmla="*/ 4859337 h 4859337"/>
              <a:gd name="connsiteX7" fmla="*/ 117576 w 5504144"/>
              <a:gd name="connsiteY7" fmla="*/ 4855705 h 4859337"/>
              <a:gd name="connsiteX8" fmla="*/ 15128 w 5504144"/>
              <a:gd name="connsiteY8" fmla="*/ 4753257 h 4859337"/>
              <a:gd name="connsiteX9" fmla="*/ 0 w 5504144"/>
              <a:gd name="connsiteY9" fmla="*/ 4678328 h 4859337"/>
              <a:gd name="connsiteX10" fmla="*/ 0 w 5504144"/>
              <a:gd name="connsiteY10" fmla="*/ 181008 h 4859337"/>
              <a:gd name="connsiteX11" fmla="*/ 15128 w 5504144"/>
              <a:gd name="connsiteY11" fmla="*/ 106080 h 4859337"/>
              <a:gd name="connsiteX12" fmla="*/ 117576 w 5504144"/>
              <a:gd name="connsiteY12" fmla="*/ 3632 h 4859337"/>
              <a:gd name="connsiteX13" fmla="*/ 129274 w 5504144"/>
              <a:gd name="connsiteY13" fmla="*/ 0 h 4859337"/>
              <a:gd name="connsiteX0" fmla="*/ 129274 w 5488080"/>
              <a:gd name="connsiteY0" fmla="*/ 0 h 4859337"/>
              <a:gd name="connsiteX1" fmla="*/ 4540653 w 5488080"/>
              <a:gd name="connsiteY1" fmla="*/ 0 h 4859337"/>
              <a:gd name="connsiteX2" fmla="*/ 5484362 w 5488080"/>
              <a:gd name="connsiteY2" fmla="*/ 2430747 h 4859337"/>
              <a:gd name="connsiteX3" fmla="*/ 5474759 w 5488080"/>
              <a:gd name="connsiteY3" fmla="*/ 2440028 h 4859337"/>
              <a:gd name="connsiteX4" fmla="*/ 4532899 w 5488080"/>
              <a:gd name="connsiteY4" fmla="*/ 4859337 h 4859337"/>
              <a:gd name="connsiteX5" fmla="*/ 4532898 w 5488080"/>
              <a:gd name="connsiteY5" fmla="*/ 4859337 h 4859337"/>
              <a:gd name="connsiteX6" fmla="*/ 129277 w 5488080"/>
              <a:gd name="connsiteY6" fmla="*/ 4859337 h 4859337"/>
              <a:gd name="connsiteX7" fmla="*/ 117576 w 5488080"/>
              <a:gd name="connsiteY7" fmla="*/ 4855705 h 4859337"/>
              <a:gd name="connsiteX8" fmla="*/ 15128 w 5488080"/>
              <a:gd name="connsiteY8" fmla="*/ 4753257 h 4859337"/>
              <a:gd name="connsiteX9" fmla="*/ 0 w 5488080"/>
              <a:gd name="connsiteY9" fmla="*/ 4678328 h 4859337"/>
              <a:gd name="connsiteX10" fmla="*/ 0 w 5488080"/>
              <a:gd name="connsiteY10" fmla="*/ 181008 h 4859337"/>
              <a:gd name="connsiteX11" fmla="*/ 15128 w 5488080"/>
              <a:gd name="connsiteY11" fmla="*/ 106080 h 4859337"/>
              <a:gd name="connsiteX12" fmla="*/ 117576 w 5488080"/>
              <a:gd name="connsiteY12" fmla="*/ 3632 h 4859337"/>
              <a:gd name="connsiteX13" fmla="*/ 129274 w 5488080"/>
              <a:gd name="connsiteY13" fmla="*/ 0 h 4859337"/>
              <a:gd name="connsiteX0" fmla="*/ 129274 w 5490233"/>
              <a:gd name="connsiteY0" fmla="*/ 0 h 4859337"/>
              <a:gd name="connsiteX1" fmla="*/ 4540653 w 5490233"/>
              <a:gd name="connsiteY1" fmla="*/ 0 h 4859337"/>
              <a:gd name="connsiteX2" fmla="*/ 5484362 w 5490233"/>
              <a:gd name="connsiteY2" fmla="*/ 2430747 h 4859337"/>
              <a:gd name="connsiteX3" fmla="*/ 5485645 w 5490233"/>
              <a:gd name="connsiteY3" fmla="*/ 2429142 h 4859337"/>
              <a:gd name="connsiteX4" fmla="*/ 4532899 w 5490233"/>
              <a:gd name="connsiteY4" fmla="*/ 4859337 h 4859337"/>
              <a:gd name="connsiteX5" fmla="*/ 4532898 w 5490233"/>
              <a:gd name="connsiteY5" fmla="*/ 4859337 h 4859337"/>
              <a:gd name="connsiteX6" fmla="*/ 129277 w 5490233"/>
              <a:gd name="connsiteY6" fmla="*/ 4859337 h 4859337"/>
              <a:gd name="connsiteX7" fmla="*/ 117576 w 5490233"/>
              <a:gd name="connsiteY7" fmla="*/ 4855705 h 4859337"/>
              <a:gd name="connsiteX8" fmla="*/ 15128 w 5490233"/>
              <a:gd name="connsiteY8" fmla="*/ 4753257 h 4859337"/>
              <a:gd name="connsiteX9" fmla="*/ 0 w 5490233"/>
              <a:gd name="connsiteY9" fmla="*/ 4678328 h 4859337"/>
              <a:gd name="connsiteX10" fmla="*/ 0 w 5490233"/>
              <a:gd name="connsiteY10" fmla="*/ 181008 h 4859337"/>
              <a:gd name="connsiteX11" fmla="*/ 15128 w 5490233"/>
              <a:gd name="connsiteY11" fmla="*/ 106080 h 4859337"/>
              <a:gd name="connsiteX12" fmla="*/ 117576 w 5490233"/>
              <a:gd name="connsiteY12" fmla="*/ 3632 h 4859337"/>
              <a:gd name="connsiteX13" fmla="*/ 129274 w 5490233"/>
              <a:gd name="connsiteY13" fmla="*/ 0 h 4859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490233" h="4859337">
                <a:moveTo>
                  <a:pt x="129274" y="0"/>
                </a:moveTo>
                <a:lnTo>
                  <a:pt x="4540653" y="0"/>
                </a:lnTo>
                <a:lnTo>
                  <a:pt x="5484362" y="2430747"/>
                </a:lnTo>
                <a:cubicBezTo>
                  <a:pt x="5496398" y="2437969"/>
                  <a:pt x="5486310" y="2425095"/>
                  <a:pt x="5485645" y="2429142"/>
                </a:cubicBezTo>
                <a:lnTo>
                  <a:pt x="4532899" y="4859337"/>
                </a:lnTo>
                <a:lnTo>
                  <a:pt x="4532898" y="4859337"/>
                </a:lnTo>
                <a:lnTo>
                  <a:pt x="129277" y="4859337"/>
                </a:lnTo>
                <a:lnTo>
                  <a:pt x="117576" y="4855705"/>
                </a:lnTo>
                <a:cubicBezTo>
                  <a:pt x="71513" y="4836222"/>
                  <a:pt x="34611" y="4799320"/>
                  <a:pt x="15128" y="4753257"/>
                </a:cubicBezTo>
                <a:lnTo>
                  <a:pt x="0" y="4678328"/>
                </a:lnTo>
                <a:lnTo>
                  <a:pt x="0" y="181008"/>
                </a:lnTo>
                <a:lnTo>
                  <a:pt x="15128" y="106080"/>
                </a:lnTo>
                <a:cubicBezTo>
                  <a:pt x="34611" y="60017"/>
                  <a:pt x="71513" y="23115"/>
                  <a:pt x="117576" y="3632"/>
                </a:cubicBezTo>
                <a:lnTo>
                  <a:pt x="129274" y="0"/>
                </a:lnTo>
                <a:close/>
              </a:path>
            </a:pathLst>
          </a:custGeo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20" name="Полилиния 19">
            <a:extLst>
              <a:ext uri="{FF2B5EF4-FFF2-40B4-BE49-F238E27FC236}">
                <a16:creationId xmlns:a16="http://schemas.microsoft.com/office/drawing/2014/main" id="{AD748ECC-C982-6B4C-88F1-D9C05250EFC0}"/>
              </a:ext>
            </a:extLst>
          </p:cNvPr>
          <p:cNvSpPr/>
          <p:nvPr userDrawn="1"/>
        </p:nvSpPr>
        <p:spPr>
          <a:xfrm rot="5400000">
            <a:off x="5694996" y="1340698"/>
            <a:ext cx="22608" cy="8371"/>
          </a:xfrm>
          <a:custGeom>
            <a:avLst/>
            <a:gdLst>
              <a:gd name="connsiteX0" fmla="*/ 0 w 22608"/>
              <a:gd name="connsiteY0" fmla="*/ 8371 h 8371"/>
              <a:gd name="connsiteX1" fmla="*/ 22608 w 22608"/>
              <a:gd name="connsiteY1" fmla="*/ 0 h 8371"/>
              <a:gd name="connsiteX2" fmla="*/ 22607 w 22608"/>
              <a:gd name="connsiteY2" fmla="*/ 8371 h 8371"/>
              <a:gd name="connsiteX3" fmla="*/ 0 w 22608"/>
              <a:gd name="connsiteY3" fmla="*/ 8371 h 83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608" h="8371">
                <a:moveTo>
                  <a:pt x="0" y="8371"/>
                </a:moveTo>
                <a:lnTo>
                  <a:pt x="22608" y="0"/>
                </a:lnTo>
                <a:lnTo>
                  <a:pt x="22607" y="8371"/>
                </a:lnTo>
                <a:lnTo>
                  <a:pt x="0" y="8371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B0953E44-28C2-E744-92BB-10A39DACC513}"/>
              </a:ext>
            </a:extLst>
          </p:cNvPr>
          <p:cNvGrpSpPr/>
          <p:nvPr userDrawn="1"/>
        </p:nvGrpSpPr>
        <p:grpSpPr>
          <a:xfrm>
            <a:off x="5338119" y="1347617"/>
            <a:ext cx="1210963" cy="4859337"/>
            <a:chOff x="5313405" y="1347617"/>
            <a:chExt cx="1210963" cy="4859337"/>
          </a:xfrm>
        </p:grpSpPr>
        <p:sp>
          <p:nvSpPr>
            <p:cNvPr id="13" name="Нашивка 12">
              <a:extLst>
                <a:ext uri="{FF2B5EF4-FFF2-40B4-BE49-F238E27FC236}">
                  <a16:creationId xmlns:a16="http://schemas.microsoft.com/office/drawing/2014/main" id="{38B57F03-4830-B347-8EA1-C3CC678B2498}"/>
                </a:ext>
              </a:extLst>
            </p:cNvPr>
            <p:cNvSpPr/>
            <p:nvPr/>
          </p:nvSpPr>
          <p:spPr>
            <a:xfrm>
              <a:off x="5436973" y="1347617"/>
              <a:ext cx="1087395" cy="4859337"/>
            </a:xfrm>
            <a:prstGeom prst="chevron">
              <a:avLst>
                <a:gd name="adj" fmla="val 87552"/>
              </a:avLst>
            </a:prstGeom>
            <a:ln w="952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  <p:sp>
          <p:nvSpPr>
            <p:cNvPr id="14" name="Нашивка 13">
              <a:extLst>
                <a:ext uri="{FF2B5EF4-FFF2-40B4-BE49-F238E27FC236}">
                  <a16:creationId xmlns:a16="http://schemas.microsoft.com/office/drawing/2014/main" id="{13827FF2-80E7-9946-AD79-F575624B378A}"/>
                </a:ext>
              </a:extLst>
            </p:cNvPr>
            <p:cNvSpPr/>
            <p:nvPr/>
          </p:nvSpPr>
          <p:spPr>
            <a:xfrm>
              <a:off x="5313405" y="1347617"/>
              <a:ext cx="1087395" cy="4859337"/>
            </a:xfrm>
            <a:prstGeom prst="chevron">
              <a:avLst>
                <a:gd name="adj" fmla="val 87552"/>
              </a:avLst>
            </a:prstGeom>
            <a:solidFill>
              <a:schemeClr val="accent2"/>
            </a:solidFill>
            <a:ln w="952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</p:grpSp>
      <p:sp>
        <p:nvSpPr>
          <p:cNvPr id="16" name="Текст 2">
            <a:extLst>
              <a:ext uri="{FF2B5EF4-FFF2-40B4-BE49-F238E27FC236}">
                <a16:creationId xmlns:a16="http://schemas.microsoft.com/office/drawing/2014/main" id="{7220B340-E1FC-7443-B4D1-D57F68C8771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6575811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6" name="Прямая соединительная линия 25">
            <a:extLst>
              <a:ext uri="{FF2B5EF4-FFF2-40B4-BE49-F238E27FC236}">
                <a16:creationId xmlns:a16="http://schemas.microsoft.com/office/drawing/2014/main" id="{976C3353-E06F-F540-9C7F-62F548F02E15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F5414C5-E2C2-EA4F-B02B-9C2BF3C54513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2"/>
                </a:solidFill>
              </a:rPr>
              <a:pPr algn="l"/>
              <a:t>‹#›</a:t>
            </a:fld>
            <a:endParaRPr lang="ru-RU" sz="1000" dirty="0">
              <a:solidFill>
                <a:schemeClr val="bg2"/>
              </a:solidFill>
            </a:endParaRPr>
          </a:p>
        </p:txBody>
      </p:sp>
      <p:pic>
        <p:nvPicPr>
          <p:cNvPr id="19" name="Рисунок 18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9876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вертикальные карточки с фот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6F22A351-A906-FD4A-AF17-DF96C107901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6909898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0E299884-2EFC-A04C-81A3-D7BA8D9E87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9072000" cy="685801"/>
          </a:xfr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B1D2930A-E7E2-8F4B-BF00-D261DFFCEF5C}"/>
              </a:ext>
            </a:extLst>
          </p:cNvPr>
          <p:cNvCxnSpPr>
            <a:cxnSpLocks/>
          </p:cNvCxnSpPr>
          <p:nvPr userDrawn="1"/>
        </p:nvCxnSpPr>
        <p:spPr>
          <a:xfrm>
            <a:off x="662294" y="0"/>
            <a:ext cx="0" cy="99556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Рисунок 4">
            <a:extLst>
              <a:ext uri="{FF2B5EF4-FFF2-40B4-BE49-F238E27FC236}">
                <a16:creationId xmlns:a16="http://schemas.microsoft.com/office/drawing/2014/main" id="{54A7A32A-0F62-F54B-B421-C10E8509B78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20738" y="2311400"/>
            <a:ext cx="3248025" cy="1952625"/>
          </a:xfr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5" name="Рисунок 4">
            <a:extLst>
              <a:ext uri="{FF2B5EF4-FFF2-40B4-BE49-F238E27FC236}">
                <a16:creationId xmlns:a16="http://schemas.microsoft.com/office/drawing/2014/main" id="{9236F921-8E88-A648-A0FF-AA8DD6FFB8E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483286" y="2311400"/>
            <a:ext cx="3248025" cy="1952625"/>
          </a:xfr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6" name="Рисунок 4">
            <a:extLst>
              <a:ext uri="{FF2B5EF4-FFF2-40B4-BE49-F238E27FC236}">
                <a16:creationId xmlns:a16="http://schemas.microsoft.com/office/drawing/2014/main" id="{4605D42A-86C6-474D-8F7F-31E9E7B6534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47813" y="2311400"/>
            <a:ext cx="3248025" cy="1952625"/>
          </a:xfr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8" name="Текст 2">
            <a:extLst>
              <a:ext uri="{FF2B5EF4-FFF2-40B4-BE49-F238E27FC236}">
                <a16:creationId xmlns:a16="http://schemas.microsoft.com/office/drawing/2014/main" id="{6F7AF065-1B16-014D-99B0-A88CC6A2C6E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6575811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5F6C3B32-62C9-1349-81C3-32EEB370FA33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B86F741-EC01-3043-B23A-0266623F0C7E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2"/>
                </a:solidFill>
              </a:rPr>
              <a:pPr algn="l"/>
              <a:t>‹#›</a:t>
            </a:fld>
            <a:endParaRPr lang="ru-RU" sz="1000" dirty="0">
              <a:solidFill>
                <a:schemeClr val="bg2"/>
              </a:solidFill>
            </a:endParaRPr>
          </a:p>
        </p:txBody>
      </p:sp>
      <p:pic>
        <p:nvPicPr>
          <p:cNvPr id="12" name="Рисунок 11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60294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хайлайта с фото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Объект 3" hidden="1">
            <a:extLst>
              <a:ext uri="{FF2B5EF4-FFF2-40B4-BE49-F238E27FC236}">
                <a16:creationId xmlns:a16="http://schemas.microsoft.com/office/drawing/2014/main" id="{3AAE98BF-D215-5E4C-A38A-B49101B42CA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3369456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Рисунок 2">
            <a:extLst>
              <a:ext uri="{FF2B5EF4-FFF2-40B4-BE49-F238E27FC236}">
                <a16:creationId xmlns:a16="http://schemas.microsoft.com/office/drawing/2014/main" id="{F540E14F-28B0-7840-8873-F88D5F76C72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091412" y="-2"/>
            <a:ext cx="6120000" cy="6858001"/>
          </a:xfr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2B2737D-BCC6-B549-B21D-CC779C9711D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6095997" cy="6858000"/>
          </a:xfr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0" name="Заголовок 16">
            <a:extLst>
              <a:ext uri="{FF2B5EF4-FFF2-40B4-BE49-F238E27FC236}">
                <a16:creationId xmlns:a16="http://schemas.microsoft.com/office/drawing/2014/main" id="{120012A5-1BD7-BC42-924B-0339C44060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8556625" cy="685801"/>
          </a:xfr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18F5D55D-FB94-FC4A-B247-84053521ABE3}"/>
              </a:ext>
            </a:extLst>
          </p:cNvPr>
          <p:cNvCxnSpPr>
            <a:cxnSpLocks/>
          </p:cNvCxnSpPr>
          <p:nvPr userDrawn="1"/>
        </p:nvCxnSpPr>
        <p:spPr>
          <a:xfrm>
            <a:off x="662294" y="0"/>
            <a:ext cx="0" cy="99556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Текст 2">
            <a:extLst>
              <a:ext uri="{FF2B5EF4-FFF2-40B4-BE49-F238E27FC236}">
                <a16:creationId xmlns:a16="http://schemas.microsoft.com/office/drawing/2014/main" id="{79793C7B-296A-6240-9792-871DB6E2CE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6575811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Сноски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7F431C-1F2A-5E44-BDFA-93A8471B87C0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1"/>
                </a:solidFill>
              </a:rPr>
              <a:pPr algn="l"/>
              <a:t>‹#›</a:t>
            </a:fld>
            <a:endParaRPr lang="ru-RU" sz="1000" dirty="0">
              <a:solidFill>
                <a:schemeClr val="bg1"/>
              </a:solidFill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98160324-1822-A64D-A7EF-818FEA4BEA2C}"/>
              </a:ext>
            </a:extLst>
          </p:cNvPr>
          <p:cNvSpPr/>
          <p:nvPr userDrawn="1"/>
        </p:nvSpPr>
        <p:spPr>
          <a:xfrm>
            <a:off x="7572836" y="6449182"/>
            <a:ext cx="3463636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ru-RU" sz="600" dirty="0">
                <a:solidFill>
                  <a:schemeClr val="bg1"/>
                </a:solidFill>
              </a:rPr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</a:p>
        </p:txBody>
      </p: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AF2A216-EB3B-544B-924F-63FC5DBF51AA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Рисунок 13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75768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хайлайта с фото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Объект 3" hidden="1">
            <a:extLst>
              <a:ext uri="{FF2B5EF4-FFF2-40B4-BE49-F238E27FC236}">
                <a16:creationId xmlns:a16="http://schemas.microsoft.com/office/drawing/2014/main" id="{A75A83CC-9EE2-4449-BC43-8F9F3CB8655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8426446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Рисунок 2">
            <a:extLst>
              <a:ext uri="{FF2B5EF4-FFF2-40B4-BE49-F238E27FC236}">
                <a16:creationId xmlns:a16="http://schemas.microsoft.com/office/drawing/2014/main" id="{B2B2737D-BCC6-B549-B21D-CC779C9711D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"/>
            <a:ext cx="4068000" cy="6857998"/>
          </a:xfr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49DC0046-C910-434A-88C0-4A37DDB77FF0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061999" y="0"/>
            <a:ext cx="4089735" cy="6857999"/>
          </a:xfr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DFCEA0CC-0AF1-4846-8714-1F4D2831B3E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151734" y="2"/>
            <a:ext cx="4040266" cy="6857998"/>
          </a:xfr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18F5D55D-FB94-FC4A-B247-84053521ABE3}"/>
              </a:ext>
            </a:extLst>
          </p:cNvPr>
          <p:cNvCxnSpPr>
            <a:cxnSpLocks/>
          </p:cNvCxnSpPr>
          <p:nvPr userDrawn="1"/>
        </p:nvCxnSpPr>
        <p:spPr>
          <a:xfrm>
            <a:off x="662294" y="0"/>
            <a:ext cx="0" cy="99556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Заголовок 16">
            <a:extLst>
              <a:ext uri="{FF2B5EF4-FFF2-40B4-BE49-F238E27FC236}">
                <a16:creationId xmlns:a16="http://schemas.microsoft.com/office/drawing/2014/main" id="{120012A5-1BD7-BC42-924B-0339C44060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8556625" cy="685801"/>
          </a:xfrm>
        </p:spPr>
        <p:txBody>
          <a:bodyPr vert="horz" lIns="0" tIns="0" rIns="0" bIns="0" anchor="t">
            <a:spAutoFit/>
          </a:bodyPr>
          <a:lstStyle>
            <a:lvl1pPr marL="0" indent="0">
              <a:tabLst>
                <a:tab pos="3721100" algn="l"/>
              </a:tabLst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8891A38A-68ED-E14B-A600-6C40DAAFC3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6575811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Сноски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993F551-2870-DD44-9793-96EA7C5FCABE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1"/>
                </a:solidFill>
              </a:rPr>
              <a:pPr algn="l"/>
              <a:t>‹#›</a:t>
            </a:fld>
            <a:endParaRPr lang="ru-RU" sz="1000" dirty="0">
              <a:solidFill>
                <a:schemeClr val="bg1"/>
              </a:solidFill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314D1FA-E7FA-9849-BC54-2AB688CD9D6B}"/>
              </a:ext>
            </a:extLst>
          </p:cNvPr>
          <p:cNvSpPr/>
          <p:nvPr userDrawn="1"/>
        </p:nvSpPr>
        <p:spPr>
          <a:xfrm>
            <a:off x="7572836" y="6449182"/>
            <a:ext cx="3463636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ru-RU" sz="600" dirty="0">
                <a:solidFill>
                  <a:schemeClr val="bg1"/>
                </a:solidFill>
              </a:rPr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</a:p>
        </p:txBody>
      </p:sp>
      <p:cxnSp>
        <p:nvCxnSpPr>
          <p:cNvPr id="18" name="Прямая соединительная линия 17">
            <a:extLst>
              <a:ext uri="{FF2B5EF4-FFF2-40B4-BE49-F238E27FC236}">
                <a16:creationId xmlns:a16="http://schemas.microsoft.com/office/drawing/2014/main" id="{31529822-1A31-BE48-81E4-338C3E102713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Рисунок 13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6692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хайлайта с фото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Объект 3" hidden="1">
            <a:extLst>
              <a:ext uri="{FF2B5EF4-FFF2-40B4-BE49-F238E27FC236}">
                <a16:creationId xmlns:a16="http://schemas.microsoft.com/office/drawing/2014/main" id="{AF79BFCF-0513-BB43-8C0E-FD98BCB5882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1713658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Рисунок 2">
            <a:extLst>
              <a:ext uri="{FF2B5EF4-FFF2-40B4-BE49-F238E27FC236}">
                <a16:creationId xmlns:a16="http://schemas.microsoft.com/office/drawing/2014/main" id="{B2B2737D-BCC6-B549-B21D-CC779C9711D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3072701" cy="6858000"/>
          </a:xfr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F7ABE9-7A11-A245-8734-8344564803F6}"/>
              </a:ext>
            </a:extLst>
          </p:cNvPr>
          <p:cNvSpPr txBox="1"/>
          <p:nvPr userDrawn="1"/>
        </p:nvSpPr>
        <p:spPr>
          <a:xfrm>
            <a:off x="11049960" y="6462296"/>
            <a:ext cx="338765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r"/>
            <a:fld id="{C960BA5E-7A21-1A4B-A537-36612EA657E4}" type="slidenum">
              <a:rPr lang="ru-RU" sz="1000" smtClean="0">
                <a:solidFill>
                  <a:schemeClr val="bg1"/>
                </a:solidFill>
              </a:rPr>
              <a:pPr algn="r"/>
              <a:t>‹#›</a:t>
            </a:fld>
            <a:endParaRPr lang="ru-RU" sz="1000" dirty="0">
              <a:solidFill>
                <a:schemeClr val="bg1"/>
              </a:solidFill>
            </a:endParaRPr>
          </a:p>
        </p:txBody>
      </p:sp>
      <p:sp>
        <p:nvSpPr>
          <p:cNvPr id="17" name="Рисунок 2">
            <a:extLst>
              <a:ext uri="{FF2B5EF4-FFF2-40B4-BE49-F238E27FC236}">
                <a16:creationId xmlns:a16="http://schemas.microsoft.com/office/drawing/2014/main" id="{A729587E-E652-7946-8C92-DDC2AE8285E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048234" y="0"/>
            <a:ext cx="3060000" cy="6858000"/>
          </a:xfr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8" name="Рисунок 2">
            <a:extLst>
              <a:ext uri="{FF2B5EF4-FFF2-40B4-BE49-F238E27FC236}">
                <a16:creationId xmlns:a16="http://schemas.microsoft.com/office/drawing/2014/main" id="{9E32ACDA-BAF1-5D42-86D5-F7ED889DBE9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083767" y="0"/>
            <a:ext cx="3060000" cy="6858000"/>
          </a:xfr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9" name="Рисунок 2">
            <a:extLst>
              <a:ext uri="{FF2B5EF4-FFF2-40B4-BE49-F238E27FC236}">
                <a16:creationId xmlns:a16="http://schemas.microsoft.com/office/drawing/2014/main" id="{01BD0279-8285-1C4E-A108-7937827AD0C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9119298" y="-2"/>
            <a:ext cx="3072701" cy="6858001"/>
          </a:xfr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18F5D55D-FB94-FC4A-B247-84053521ABE3}"/>
              </a:ext>
            </a:extLst>
          </p:cNvPr>
          <p:cNvCxnSpPr>
            <a:cxnSpLocks/>
          </p:cNvCxnSpPr>
          <p:nvPr userDrawn="1"/>
        </p:nvCxnSpPr>
        <p:spPr>
          <a:xfrm>
            <a:off x="662294" y="0"/>
            <a:ext cx="0" cy="99556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Заголовок 16">
            <a:extLst>
              <a:ext uri="{FF2B5EF4-FFF2-40B4-BE49-F238E27FC236}">
                <a16:creationId xmlns:a16="http://schemas.microsoft.com/office/drawing/2014/main" id="{120012A5-1BD7-BC42-924B-0339C44060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8556625" cy="685801"/>
          </a:xfrm>
        </p:spPr>
        <p:txBody>
          <a:bodyPr vert="horz" lIns="0" tIns="0" rIns="0" bIns="0" anchor="t">
            <a:spAutoFit/>
          </a:bodyPr>
          <a:lstStyle>
            <a:lvl1pPr marL="0" indent="0">
              <a:tabLst>
                <a:tab pos="3721100" algn="l"/>
              </a:tabLst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sp>
        <p:nvSpPr>
          <p:cNvPr id="20" name="Текст 2">
            <a:extLst>
              <a:ext uri="{FF2B5EF4-FFF2-40B4-BE49-F238E27FC236}">
                <a16:creationId xmlns:a16="http://schemas.microsoft.com/office/drawing/2014/main" id="{7C5C851D-6422-F84C-9E3B-3DCE985670D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6575811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1CE91D-6B0B-A646-8A6D-031751374C94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tx1"/>
                </a:solidFill>
              </a:rPr>
              <a:pPr algn="l"/>
              <a:t>‹#›</a:t>
            </a:fld>
            <a:endParaRPr lang="ru-RU" sz="1000" dirty="0">
              <a:solidFill>
                <a:schemeClr val="tx1"/>
              </a:solidFill>
            </a:endParaRP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B4C12A0-7419-954A-B4A1-6EAA8D2295ED}"/>
              </a:ext>
            </a:extLst>
          </p:cNvPr>
          <p:cNvSpPr/>
          <p:nvPr userDrawn="1"/>
        </p:nvSpPr>
        <p:spPr>
          <a:xfrm>
            <a:off x="7572836" y="6449182"/>
            <a:ext cx="3463636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ru-RU" sz="600" dirty="0">
                <a:solidFill>
                  <a:schemeClr val="tx1"/>
                </a:solidFill>
              </a:rPr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</a:p>
        </p:txBody>
      </p:sp>
      <p:cxnSp>
        <p:nvCxnSpPr>
          <p:cNvPr id="22" name="Прямая соединительная линия 21">
            <a:extLst>
              <a:ext uri="{FF2B5EF4-FFF2-40B4-BE49-F238E27FC236}">
                <a16:creationId xmlns:a16="http://schemas.microsoft.com/office/drawing/2014/main" id="{9D8E1B5F-2E2C-FA43-A616-018BB629B8EE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Рисунок 22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2845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команд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AA553710-8EB1-D749-A488-B0035412400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4531535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0E299884-2EFC-A04C-81A3-D7BA8D9E87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9072000" cy="685801"/>
          </a:xfr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B1D2930A-E7E2-8F4B-BF00-D261DFFCEF5C}"/>
              </a:ext>
            </a:extLst>
          </p:cNvPr>
          <p:cNvCxnSpPr>
            <a:cxnSpLocks/>
          </p:cNvCxnSpPr>
          <p:nvPr userDrawn="1"/>
        </p:nvCxnSpPr>
        <p:spPr>
          <a:xfrm>
            <a:off x="662294" y="0"/>
            <a:ext cx="0" cy="99556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Рисунок 13">
            <a:extLst>
              <a:ext uri="{FF2B5EF4-FFF2-40B4-BE49-F238E27FC236}">
                <a16:creationId xmlns:a16="http://schemas.microsoft.com/office/drawing/2014/main" id="{F537E8E3-816C-2544-91F9-4B33037D29C0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864343" y="1385106"/>
            <a:ext cx="1116000" cy="1116000"/>
          </a:xfrm>
          <a:prstGeom prst="ellipse">
            <a:avLst/>
          </a:prstGeom>
          <a:pattFill prst="lgCheck">
            <a:fgClr>
              <a:schemeClr val="bg1"/>
            </a:fgClr>
            <a:bgClr>
              <a:schemeClr val="tx2"/>
            </a:bgClr>
          </a:pattFill>
          <a:ln w="19050">
            <a:solidFill>
              <a:schemeClr val="accent1"/>
            </a:solidFill>
          </a:ln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Фото</a:t>
            </a:r>
          </a:p>
        </p:txBody>
      </p:sp>
      <p:sp>
        <p:nvSpPr>
          <p:cNvPr id="26" name="Рисунок 13">
            <a:extLst>
              <a:ext uri="{FF2B5EF4-FFF2-40B4-BE49-F238E27FC236}">
                <a16:creationId xmlns:a16="http://schemas.microsoft.com/office/drawing/2014/main" id="{97B0A150-AB47-874D-96C9-DE360A01A15C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864343" y="3210347"/>
            <a:ext cx="1116000" cy="1116000"/>
          </a:xfrm>
          <a:prstGeom prst="ellipse">
            <a:avLst/>
          </a:prstGeom>
          <a:pattFill prst="lgCheck">
            <a:fgClr>
              <a:schemeClr val="bg1"/>
            </a:fgClr>
            <a:bgClr>
              <a:schemeClr val="tx2"/>
            </a:bgClr>
          </a:pattFill>
          <a:ln w="19050">
            <a:solidFill>
              <a:schemeClr val="accent1"/>
            </a:solidFill>
          </a:ln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Фото</a:t>
            </a:r>
          </a:p>
        </p:txBody>
      </p:sp>
      <p:sp>
        <p:nvSpPr>
          <p:cNvPr id="27" name="Рисунок 13">
            <a:extLst>
              <a:ext uri="{FF2B5EF4-FFF2-40B4-BE49-F238E27FC236}">
                <a16:creationId xmlns:a16="http://schemas.microsoft.com/office/drawing/2014/main" id="{B7E6E8E3-1174-144D-B9A7-77104747AE58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864343" y="5043888"/>
            <a:ext cx="1116000" cy="1116000"/>
          </a:xfrm>
          <a:prstGeom prst="ellipse">
            <a:avLst/>
          </a:prstGeom>
          <a:pattFill prst="lgCheck">
            <a:fgClr>
              <a:schemeClr val="bg1"/>
            </a:fgClr>
            <a:bgClr>
              <a:schemeClr val="tx2"/>
            </a:bgClr>
          </a:pattFill>
          <a:ln w="19050">
            <a:solidFill>
              <a:schemeClr val="accent1"/>
            </a:solidFill>
          </a:ln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Фото</a:t>
            </a:r>
          </a:p>
        </p:txBody>
      </p:sp>
      <p:sp>
        <p:nvSpPr>
          <p:cNvPr id="28" name="Рисунок 13">
            <a:extLst>
              <a:ext uri="{FF2B5EF4-FFF2-40B4-BE49-F238E27FC236}">
                <a16:creationId xmlns:a16="http://schemas.microsoft.com/office/drawing/2014/main" id="{7BDAB4F6-51C0-F848-9832-591B5C309C46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4554113" y="1376806"/>
            <a:ext cx="1116000" cy="1116000"/>
          </a:xfrm>
          <a:prstGeom prst="ellipse">
            <a:avLst/>
          </a:prstGeom>
          <a:pattFill prst="lgCheck">
            <a:fgClr>
              <a:schemeClr val="bg1"/>
            </a:fgClr>
            <a:bgClr>
              <a:schemeClr val="tx2"/>
            </a:bgClr>
          </a:pattFill>
          <a:ln w="19050">
            <a:solidFill>
              <a:schemeClr val="accent1"/>
            </a:solidFill>
          </a:ln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Фото</a:t>
            </a:r>
          </a:p>
        </p:txBody>
      </p:sp>
      <p:sp>
        <p:nvSpPr>
          <p:cNvPr id="29" name="Рисунок 13">
            <a:extLst>
              <a:ext uri="{FF2B5EF4-FFF2-40B4-BE49-F238E27FC236}">
                <a16:creationId xmlns:a16="http://schemas.microsoft.com/office/drawing/2014/main" id="{A14C52C0-480A-484F-B424-8467E507D069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8243883" y="1376806"/>
            <a:ext cx="1116000" cy="1116000"/>
          </a:xfrm>
          <a:prstGeom prst="ellipse">
            <a:avLst/>
          </a:prstGeom>
          <a:pattFill prst="lgCheck">
            <a:fgClr>
              <a:schemeClr val="bg1"/>
            </a:fgClr>
            <a:bgClr>
              <a:schemeClr val="tx2"/>
            </a:bgClr>
          </a:pattFill>
          <a:ln w="19050">
            <a:solidFill>
              <a:schemeClr val="accent1"/>
            </a:solidFill>
          </a:ln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Фото</a:t>
            </a:r>
          </a:p>
        </p:txBody>
      </p:sp>
      <p:sp>
        <p:nvSpPr>
          <p:cNvPr id="30" name="Рисунок 13">
            <a:extLst>
              <a:ext uri="{FF2B5EF4-FFF2-40B4-BE49-F238E27FC236}">
                <a16:creationId xmlns:a16="http://schemas.microsoft.com/office/drawing/2014/main" id="{0272647E-2316-CA4F-9A62-7BCA4D42E7D6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4554113" y="3210347"/>
            <a:ext cx="1116000" cy="1116000"/>
          </a:xfrm>
          <a:prstGeom prst="ellipse">
            <a:avLst/>
          </a:prstGeom>
          <a:pattFill prst="lgCheck">
            <a:fgClr>
              <a:schemeClr val="bg1"/>
            </a:fgClr>
            <a:bgClr>
              <a:schemeClr val="tx2"/>
            </a:bgClr>
          </a:pattFill>
          <a:ln w="19050">
            <a:solidFill>
              <a:schemeClr val="accent1"/>
            </a:solidFill>
          </a:ln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Фото</a:t>
            </a:r>
          </a:p>
        </p:txBody>
      </p:sp>
      <p:sp>
        <p:nvSpPr>
          <p:cNvPr id="31" name="Рисунок 13">
            <a:extLst>
              <a:ext uri="{FF2B5EF4-FFF2-40B4-BE49-F238E27FC236}">
                <a16:creationId xmlns:a16="http://schemas.microsoft.com/office/drawing/2014/main" id="{5974A209-122A-5F41-A13F-25522C1B6E7E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8243883" y="3210347"/>
            <a:ext cx="1116000" cy="1116000"/>
          </a:xfrm>
          <a:prstGeom prst="ellipse">
            <a:avLst/>
          </a:prstGeom>
          <a:pattFill prst="lgCheck">
            <a:fgClr>
              <a:schemeClr val="bg1"/>
            </a:fgClr>
            <a:bgClr>
              <a:schemeClr val="tx2"/>
            </a:bgClr>
          </a:pattFill>
          <a:ln w="19050">
            <a:solidFill>
              <a:schemeClr val="accent1"/>
            </a:solidFill>
          </a:ln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Фото</a:t>
            </a:r>
          </a:p>
        </p:txBody>
      </p:sp>
      <p:sp>
        <p:nvSpPr>
          <p:cNvPr id="32" name="Рисунок 13">
            <a:extLst>
              <a:ext uri="{FF2B5EF4-FFF2-40B4-BE49-F238E27FC236}">
                <a16:creationId xmlns:a16="http://schemas.microsoft.com/office/drawing/2014/main" id="{4E511F35-5BA5-CA45-A4CC-D3C500DE3296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4554113" y="5043888"/>
            <a:ext cx="1116000" cy="1116000"/>
          </a:xfrm>
          <a:prstGeom prst="ellipse">
            <a:avLst/>
          </a:prstGeom>
          <a:pattFill prst="lgCheck">
            <a:fgClr>
              <a:schemeClr val="bg1"/>
            </a:fgClr>
            <a:bgClr>
              <a:schemeClr val="tx2"/>
            </a:bgClr>
          </a:pattFill>
          <a:ln w="19050">
            <a:solidFill>
              <a:schemeClr val="accent1"/>
            </a:solidFill>
          </a:ln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Фото</a:t>
            </a:r>
          </a:p>
        </p:txBody>
      </p:sp>
      <p:sp>
        <p:nvSpPr>
          <p:cNvPr id="33" name="Рисунок 13">
            <a:extLst>
              <a:ext uri="{FF2B5EF4-FFF2-40B4-BE49-F238E27FC236}">
                <a16:creationId xmlns:a16="http://schemas.microsoft.com/office/drawing/2014/main" id="{F73DD4C3-358E-BB40-A4F1-7F39008F69AE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8243883" y="5043888"/>
            <a:ext cx="1116000" cy="1116000"/>
          </a:xfrm>
          <a:prstGeom prst="ellipse">
            <a:avLst/>
          </a:prstGeom>
          <a:pattFill prst="lgCheck">
            <a:fgClr>
              <a:schemeClr val="bg1"/>
            </a:fgClr>
            <a:bgClr>
              <a:schemeClr val="tx2"/>
            </a:bgClr>
          </a:pattFill>
          <a:ln w="19050">
            <a:solidFill>
              <a:schemeClr val="accent1"/>
            </a:solidFill>
          </a:ln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Фото</a:t>
            </a:r>
          </a:p>
        </p:txBody>
      </p:sp>
      <p:sp>
        <p:nvSpPr>
          <p:cNvPr id="18" name="Текст 2">
            <a:extLst>
              <a:ext uri="{FF2B5EF4-FFF2-40B4-BE49-F238E27FC236}">
                <a16:creationId xmlns:a16="http://schemas.microsoft.com/office/drawing/2014/main" id="{F19BE0CC-9355-3F40-936D-3F8626544E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6575811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1" name="Прямая соединительная линия 20">
            <a:extLst>
              <a:ext uri="{FF2B5EF4-FFF2-40B4-BE49-F238E27FC236}">
                <a16:creationId xmlns:a16="http://schemas.microsoft.com/office/drawing/2014/main" id="{8E2307BE-66F3-7D44-9102-694445144759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5AF4710-4919-F146-A8CA-3C89CC53816F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2"/>
                </a:solidFill>
              </a:rPr>
              <a:pPr algn="l"/>
              <a:t>‹#›</a:t>
            </a:fld>
            <a:endParaRPr lang="ru-RU" sz="1000" dirty="0">
              <a:solidFill>
                <a:schemeClr val="bg2"/>
              </a:solidFill>
            </a:endParaRPr>
          </a:p>
        </p:txBody>
      </p:sp>
      <p:pic>
        <p:nvPicPr>
          <p:cNvPr id="19" name="Рисунок 18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37581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Слайд с контакт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9CA8D65A-CD26-894A-B070-5C035F2A04B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5343736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0E299884-2EFC-A04C-81A3-D7BA8D9E87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9072000" cy="685801"/>
          </a:xfr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B1D2930A-E7E2-8F4B-BF00-D261DFFCEF5C}"/>
              </a:ext>
            </a:extLst>
          </p:cNvPr>
          <p:cNvCxnSpPr>
            <a:cxnSpLocks/>
          </p:cNvCxnSpPr>
          <p:nvPr userDrawn="1"/>
        </p:nvCxnSpPr>
        <p:spPr>
          <a:xfrm>
            <a:off x="662294" y="0"/>
            <a:ext cx="0" cy="99556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810B0541-1057-CD46-B9A5-6549F4AEE5BD}"/>
              </a:ext>
            </a:extLst>
          </p:cNvPr>
          <p:cNvGrpSpPr/>
          <p:nvPr userDrawn="1"/>
        </p:nvGrpSpPr>
        <p:grpSpPr>
          <a:xfrm>
            <a:off x="3445589" y="1348162"/>
            <a:ext cx="771073" cy="2778654"/>
            <a:chOff x="3445589" y="1348162"/>
            <a:chExt cx="771073" cy="2778654"/>
          </a:xfrm>
        </p:grpSpPr>
        <p:sp>
          <p:nvSpPr>
            <p:cNvPr id="14" name="Нашивка 13">
              <a:extLst>
                <a:ext uri="{FF2B5EF4-FFF2-40B4-BE49-F238E27FC236}">
                  <a16:creationId xmlns:a16="http://schemas.microsoft.com/office/drawing/2014/main" id="{4B4A7E79-CD9E-8046-B435-F57ACE87C22A}"/>
                </a:ext>
              </a:extLst>
            </p:cNvPr>
            <p:cNvSpPr/>
            <p:nvPr/>
          </p:nvSpPr>
          <p:spPr>
            <a:xfrm>
              <a:off x="3586782" y="1348162"/>
              <a:ext cx="629880" cy="2778654"/>
            </a:xfrm>
            <a:prstGeom prst="chevron">
              <a:avLst>
                <a:gd name="adj" fmla="val 79013"/>
              </a:avLst>
            </a:prstGeom>
            <a:solidFill>
              <a:schemeClr val="accent1"/>
            </a:solidFill>
            <a:ln w="952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  <p:sp>
          <p:nvSpPr>
            <p:cNvPr id="15" name="Нашивка 14">
              <a:extLst>
                <a:ext uri="{FF2B5EF4-FFF2-40B4-BE49-F238E27FC236}">
                  <a16:creationId xmlns:a16="http://schemas.microsoft.com/office/drawing/2014/main" id="{0A198EC9-08B4-7E4D-A5B0-628EE7D8B1FA}"/>
                </a:ext>
              </a:extLst>
            </p:cNvPr>
            <p:cNvSpPr/>
            <p:nvPr/>
          </p:nvSpPr>
          <p:spPr>
            <a:xfrm>
              <a:off x="3445589" y="1348162"/>
              <a:ext cx="629880" cy="2778654"/>
            </a:xfrm>
            <a:prstGeom prst="chevron">
              <a:avLst>
                <a:gd name="adj" fmla="val 79013"/>
              </a:avLst>
            </a:prstGeom>
            <a:solidFill>
              <a:schemeClr val="accent2"/>
            </a:solidFill>
            <a:ln w="952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</p:grpSp>
      <p:sp>
        <p:nvSpPr>
          <p:cNvPr id="19" name="Рисунок 18">
            <a:extLst>
              <a:ext uri="{FF2B5EF4-FFF2-40B4-BE49-F238E27FC236}">
                <a16:creationId xmlns:a16="http://schemas.microsoft.com/office/drawing/2014/main" id="{C7F3CBE2-441C-F245-B292-5E89FE31F771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14785" y="1348127"/>
            <a:ext cx="3131741" cy="2771436"/>
          </a:xfrm>
          <a:custGeom>
            <a:avLst/>
            <a:gdLst>
              <a:gd name="connsiteX0" fmla="*/ 115649 w 3131741"/>
              <a:gd name="connsiteY0" fmla="*/ 0 h 2771436"/>
              <a:gd name="connsiteX1" fmla="*/ 2638631 w 3131741"/>
              <a:gd name="connsiteY1" fmla="*/ 0 h 2771436"/>
              <a:gd name="connsiteX2" fmla="*/ 3131741 w 3131741"/>
              <a:gd name="connsiteY2" fmla="*/ 1384518 h 2771436"/>
              <a:gd name="connsiteX3" fmla="*/ 3131741 w 3131741"/>
              <a:gd name="connsiteY3" fmla="*/ 1387483 h 2771436"/>
              <a:gd name="connsiteX4" fmla="*/ 2638832 w 3131741"/>
              <a:gd name="connsiteY4" fmla="*/ 2771436 h 2771436"/>
              <a:gd name="connsiteX5" fmla="*/ 79723 w 3131741"/>
              <a:gd name="connsiteY5" fmla="*/ 2771436 h 2771436"/>
              <a:gd name="connsiteX6" fmla="*/ 70633 w 3131741"/>
              <a:gd name="connsiteY6" fmla="*/ 2769601 h 2771436"/>
              <a:gd name="connsiteX7" fmla="*/ 0 w 3131741"/>
              <a:gd name="connsiteY7" fmla="*/ 2663040 h 2771436"/>
              <a:gd name="connsiteX8" fmla="*/ 0 w 3131741"/>
              <a:gd name="connsiteY8" fmla="*/ 115649 h 2771436"/>
              <a:gd name="connsiteX9" fmla="*/ 115649 w 3131741"/>
              <a:gd name="connsiteY9" fmla="*/ 0 h 2771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131741" h="2771436">
                <a:moveTo>
                  <a:pt x="115649" y="0"/>
                </a:moveTo>
                <a:lnTo>
                  <a:pt x="2638631" y="0"/>
                </a:lnTo>
                <a:lnTo>
                  <a:pt x="3131741" y="1384518"/>
                </a:lnTo>
                <a:lnTo>
                  <a:pt x="3131741" y="1387483"/>
                </a:lnTo>
                <a:lnTo>
                  <a:pt x="2638832" y="2771436"/>
                </a:lnTo>
                <a:lnTo>
                  <a:pt x="79723" y="2771436"/>
                </a:lnTo>
                <a:lnTo>
                  <a:pt x="70633" y="2769601"/>
                </a:lnTo>
                <a:cubicBezTo>
                  <a:pt x="29125" y="2752044"/>
                  <a:pt x="0" y="2710943"/>
                  <a:pt x="0" y="2663040"/>
                </a:cubicBezTo>
                <a:lnTo>
                  <a:pt x="0" y="115649"/>
                </a:lnTo>
                <a:cubicBezTo>
                  <a:pt x="0" y="51778"/>
                  <a:pt x="51778" y="0"/>
                  <a:pt x="115649" y="0"/>
                </a:cubicBezTo>
                <a:close/>
              </a:path>
            </a:pathLst>
          </a:custGeo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6" name="Текст 2">
            <a:extLst>
              <a:ext uri="{FF2B5EF4-FFF2-40B4-BE49-F238E27FC236}">
                <a16:creationId xmlns:a16="http://schemas.microsoft.com/office/drawing/2014/main" id="{F26ABBD4-C954-894B-B2B1-49C9529E24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6575811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/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3611A81E-E8D2-9140-8AA6-2A2F8C3391E0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90147DF-8F69-1B45-822B-2C8CEC604618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2"/>
                </a:solidFill>
              </a:rPr>
              <a:pPr algn="l"/>
              <a:t>‹#›</a:t>
            </a:fld>
            <a:endParaRPr lang="ru-RU" sz="1000" dirty="0">
              <a:solidFill>
                <a:schemeClr val="bg2"/>
              </a:solidFill>
            </a:endParaRPr>
          </a:p>
        </p:txBody>
      </p:sp>
      <p:pic>
        <p:nvPicPr>
          <p:cNvPr id="18" name="Рисунок 17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259956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сширенный слайд с контакт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E10661A6-6AFF-8544-81FE-15464A7EA4D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4457035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0E299884-2EFC-A04C-81A3-D7BA8D9E87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9072000" cy="685801"/>
          </a:xfr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B1D2930A-E7E2-8F4B-BF00-D261DFFCEF5C}"/>
              </a:ext>
            </a:extLst>
          </p:cNvPr>
          <p:cNvCxnSpPr>
            <a:cxnSpLocks/>
          </p:cNvCxnSpPr>
          <p:nvPr userDrawn="1"/>
        </p:nvCxnSpPr>
        <p:spPr>
          <a:xfrm>
            <a:off x="662294" y="0"/>
            <a:ext cx="0" cy="99556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6866C39B-C013-2643-9A19-721E15B83DB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193800" y="1724328"/>
            <a:ext cx="1713211" cy="1712611"/>
          </a:xfrm>
          <a:custGeom>
            <a:avLst/>
            <a:gdLst>
              <a:gd name="connsiteX0" fmla="*/ 856606 w 1713211"/>
              <a:gd name="connsiteY0" fmla="*/ 0 h 1712611"/>
              <a:gd name="connsiteX1" fmla="*/ 1708790 w 1713211"/>
              <a:gd name="connsiteY1" fmla="*/ 769023 h 1712611"/>
              <a:gd name="connsiteX2" fmla="*/ 1713211 w 1713211"/>
              <a:gd name="connsiteY2" fmla="*/ 856586 h 1712611"/>
              <a:gd name="connsiteX3" fmla="*/ 1713211 w 1713211"/>
              <a:gd name="connsiteY3" fmla="*/ 856626 h 1712611"/>
              <a:gd name="connsiteX4" fmla="*/ 1708790 w 1713211"/>
              <a:gd name="connsiteY4" fmla="*/ 944189 h 1712611"/>
              <a:gd name="connsiteX5" fmla="*/ 944189 w 1713211"/>
              <a:gd name="connsiteY5" fmla="*/ 1708790 h 1712611"/>
              <a:gd name="connsiteX6" fmla="*/ 868508 w 1713211"/>
              <a:gd name="connsiteY6" fmla="*/ 1712611 h 1712611"/>
              <a:gd name="connsiteX7" fmla="*/ 844704 w 1713211"/>
              <a:gd name="connsiteY7" fmla="*/ 1712611 h 1712611"/>
              <a:gd name="connsiteX8" fmla="*/ 769023 w 1713211"/>
              <a:gd name="connsiteY8" fmla="*/ 1708790 h 1712611"/>
              <a:gd name="connsiteX9" fmla="*/ 0 w 1713211"/>
              <a:gd name="connsiteY9" fmla="*/ 856606 h 1712611"/>
              <a:gd name="connsiteX10" fmla="*/ 856606 w 1713211"/>
              <a:gd name="connsiteY10" fmla="*/ 0 h 17126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13211" h="1712611">
                <a:moveTo>
                  <a:pt x="856606" y="0"/>
                </a:moveTo>
                <a:cubicBezTo>
                  <a:pt x="1300128" y="0"/>
                  <a:pt x="1664923" y="337075"/>
                  <a:pt x="1708790" y="769023"/>
                </a:cubicBezTo>
                <a:lnTo>
                  <a:pt x="1713211" y="856586"/>
                </a:lnTo>
                <a:lnTo>
                  <a:pt x="1713211" y="856626"/>
                </a:lnTo>
                <a:lnTo>
                  <a:pt x="1708790" y="944189"/>
                </a:lnTo>
                <a:cubicBezTo>
                  <a:pt x="1667847" y="1347341"/>
                  <a:pt x="1347341" y="1667847"/>
                  <a:pt x="944189" y="1708790"/>
                </a:cubicBezTo>
                <a:lnTo>
                  <a:pt x="868508" y="1712611"/>
                </a:lnTo>
                <a:lnTo>
                  <a:pt x="844704" y="1712611"/>
                </a:lnTo>
                <a:lnTo>
                  <a:pt x="769023" y="1708790"/>
                </a:lnTo>
                <a:cubicBezTo>
                  <a:pt x="337075" y="1664923"/>
                  <a:pt x="0" y="1300128"/>
                  <a:pt x="0" y="856606"/>
                </a:cubicBezTo>
                <a:cubicBezTo>
                  <a:pt x="0" y="383516"/>
                  <a:pt x="383516" y="0"/>
                  <a:pt x="856606" y="0"/>
                </a:cubicBezTo>
                <a:close/>
              </a:path>
            </a:pathLst>
          </a:custGeo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2" name="Текст 2">
            <a:extLst>
              <a:ext uri="{FF2B5EF4-FFF2-40B4-BE49-F238E27FC236}">
                <a16:creationId xmlns:a16="http://schemas.microsoft.com/office/drawing/2014/main" id="{EDE18CFA-4597-C542-BD6A-BB6556226B4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16527" y="6359240"/>
            <a:ext cx="6575811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/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163F073C-BF3E-F34E-B467-C7DE312DB4CD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FC3422F-D15C-C84F-88C3-7229DD67E0AA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2"/>
                </a:solidFill>
              </a:rPr>
              <a:pPr algn="l"/>
              <a:t>‹#›</a:t>
            </a:fld>
            <a:endParaRPr lang="ru-RU" sz="1000" dirty="0">
              <a:solidFill>
                <a:schemeClr val="bg2"/>
              </a:solidFill>
            </a:endParaRPr>
          </a:p>
        </p:txBody>
      </p:sp>
      <p:pic>
        <p:nvPicPr>
          <p:cNvPr id="13" name="Рисунок 12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43054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нтакты компан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ACABB8F2-733D-7F43-AC63-395A8A1614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0677050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Рисунок 21">
            <a:extLst>
              <a:ext uri="{FF2B5EF4-FFF2-40B4-BE49-F238E27FC236}">
                <a16:creationId xmlns:a16="http://schemas.microsoft.com/office/drawing/2014/main" id="{69D28E57-41BD-734F-ABC1-1CE649C7D8D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64397" y="-2744"/>
            <a:ext cx="7327603" cy="6863489"/>
          </a:xfrm>
          <a:custGeom>
            <a:avLst/>
            <a:gdLst>
              <a:gd name="connsiteX0" fmla="*/ 0 w 7317201"/>
              <a:gd name="connsiteY0" fmla="*/ 0 h 6844239"/>
              <a:gd name="connsiteX1" fmla="*/ 7317201 w 7317201"/>
              <a:gd name="connsiteY1" fmla="*/ 0 h 6844239"/>
              <a:gd name="connsiteX2" fmla="*/ 7317201 w 7317201"/>
              <a:gd name="connsiteY2" fmla="*/ 6844239 h 6844239"/>
              <a:gd name="connsiteX3" fmla="*/ 0 w 7317201"/>
              <a:gd name="connsiteY3" fmla="*/ 6844239 h 6844239"/>
              <a:gd name="connsiteX4" fmla="*/ 0 w 7317201"/>
              <a:gd name="connsiteY4" fmla="*/ 6825611 h 6844239"/>
              <a:gd name="connsiteX5" fmla="*/ 1183573 w 7317201"/>
              <a:gd name="connsiteY5" fmla="*/ 3424239 h 6844239"/>
              <a:gd name="connsiteX6" fmla="*/ 0 w 7317201"/>
              <a:gd name="connsiteY6" fmla="*/ 22866 h 6844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317201" h="6844239">
                <a:moveTo>
                  <a:pt x="0" y="0"/>
                </a:moveTo>
                <a:lnTo>
                  <a:pt x="7317201" y="0"/>
                </a:lnTo>
                <a:lnTo>
                  <a:pt x="7317201" y="6844239"/>
                </a:lnTo>
                <a:lnTo>
                  <a:pt x="0" y="6844239"/>
                </a:lnTo>
                <a:lnTo>
                  <a:pt x="0" y="6825611"/>
                </a:lnTo>
                <a:lnTo>
                  <a:pt x="1183573" y="3424239"/>
                </a:lnTo>
                <a:lnTo>
                  <a:pt x="0" y="22866"/>
                </a:lnTo>
                <a:close/>
              </a:path>
            </a:pathLst>
          </a:custGeo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38BAF189-7717-0640-8C8C-ED5E2ED62208}"/>
              </a:ext>
            </a:extLst>
          </p:cNvPr>
          <p:cNvGrpSpPr/>
          <p:nvPr userDrawn="1"/>
        </p:nvGrpSpPr>
        <p:grpSpPr>
          <a:xfrm>
            <a:off x="4612146" y="-3357"/>
            <a:ext cx="1442729" cy="6876000"/>
            <a:chOff x="3106995" y="0"/>
            <a:chExt cx="1442729" cy="6858000"/>
          </a:xfrm>
        </p:grpSpPr>
        <p:sp>
          <p:nvSpPr>
            <p:cNvPr id="10" name="Нашивка 9">
              <a:extLst>
                <a:ext uri="{FF2B5EF4-FFF2-40B4-BE49-F238E27FC236}">
                  <a16:creationId xmlns:a16="http://schemas.microsoft.com/office/drawing/2014/main" id="{AF822873-8C8D-1043-BA6F-04B9699CC2D6}"/>
                </a:ext>
              </a:extLst>
            </p:cNvPr>
            <p:cNvSpPr/>
            <p:nvPr userDrawn="1"/>
          </p:nvSpPr>
          <p:spPr>
            <a:xfrm>
              <a:off x="3106995" y="0"/>
              <a:ext cx="1315103" cy="6858000"/>
            </a:xfrm>
            <a:prstGeom prst="chevron">
              <a:avLst>
                <a:gd name="adj" fmla="val 89479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1" name="Нашивка 10">
              <a:extLst>
                <a:ext uri="{FF2B5EF4-FFF2-40B4-BE49-F238E27FC236}">
                  <a16:creationId xmlns:a16="http://schemas.microsoft.com/office/drawing/2014/main" id="{953148FE-FF88-A245-8A8A-48BDA4067A84}"/>
                </a:ext>
              </a:extLst>
            </p:cNvPr>
            <p:cNvSpPr/>
            <p:nvPr userDrawn="1"/>
          </p:nvSpPr>
          <p:spPr>
            <a:xfrm>
              <a:off x="3234621" y="0"/>
              <a:ext cx="1315103" cy="6858000"/>
            </a:xfrm>
            <a:prstGeom prst="chevron">
              <a:avLst>
                <a:gd name="adj" fmla="val 89479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</p:grpSp>
      <p:sp>
        <p:nvSpPr>
          <p:cNvPr id="16" name="Заголовок 16">
            <a:extLst>
              <a:ext uri="{FF2B5EF4-FFF2-40B4-BE49-F238E27FC236}">
                <a16:creationId xmlns:a16="http://schemas.microsoft.com/office/drawing/2014/main" id="{F1C14830-24AB-4749-BC5F-7A646C87AE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3803239" cy="685801"/>
          </a:xfr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cxnSp>
        <p:nvCxnSpPr>
          <p:cNvPr id="18" name="Прямая соединительная линия 17">
            <a:extLst>
              <a:ext uri="{FF2B5EF4-FFF2-40B4-BE49-F238E27FC236}">
                <a16:creationId xmlns:a16="http://schemas.microsoft.com/office/drawing/2014/main" id="{AA790474-46FC-9941-AE33-0D3A2D0224A3}"/>
              </a:ext>
            </a:extLst>
          </p:cNvPr>
          <p:cNvCxnSpPr>
            <a:cxnSpLocks/>
          </p:cNvCxnSpPr>
          <p:nvPr userDrawn="1"/>
        </p:nvCxnSpPr>
        <p:spPr>
          <a:xfrm>
            <a:off x="662294" y="0"/>
            <a:ext cx="0" cy="99556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единительная линия 19">
            <a:extLst>
              <a:ext uri="{FF2B5EF4-FFF2-40B4-BE49-F238E27FC236}">
                <a16:creationId xmlns:a16="http://schemas.microsoft.com/office/drawing/2014/main" id="{2C322BA2-087E-0745-A341-7E93A885438A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6836"/>
            <a:ext cx="0" cy="159026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6EEB85F-5429-D048-AD72-EFBE1D8A2DF5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2"/>
                </a:solidFill>
              </a:rPr>
              <a:pPr algn="l"/>
              <a:t>‹#›</a:t>
            </a:fld>
            <a:endParaRPr lang="ru-RU" sz="1000" dirty="0">
              <a:solidFill>
                <a:schemeClr val="bg2"/>
              </a:solidFill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F595A2B-72A1-E347-9CA0-14DD22536CCA}"/>
              </a:ext>
            </a:extLst>
          </p:cNvPr>
          <p:cNvSpPr/>
          <p:nvPr userDrawn="1"/>
        </p:nvSpPr>
        <p:spPr>
          <a:xfrm>
            <a:off x="7572836" y="6449182"/>
            <a:ext cx="3463636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ru-RU" sz="600" dirty="0">
                <a:solidFill>
                  <a:schemeClr val="bg2"/>
                </a:solidFill>
              </a:rPr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</a:p>
        </p:txBody>
      </p: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6C5022CC-AF62-FF4A-B915-BCD69BA94596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65895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Вопрос аудитории">
    <p:bg>
      <p:bgPr>
        <a:gradFill>
          <a:gsLst>
            <a:gs pos="95000">
              <a:schemeClr val="accent1"/>
            </a:gs>
            <a:gs pos="3000">
              <a:schemeClr val="accent3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Объект 1" hidden="1">
            <a:extLst>
              <a:ext uri="{FF2B5EF4-FFF2-40B4-BE49-F238E27FC236}">
                <a16:creationId xmlns:a16="http://schemas.microsoft.com/office/drawing/2014/main" id="{2B11F5C4-C9AA-4A48-8171-7867F8EF81C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3668643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9038BD53-8F25-5D40-9289-9C57CC794676}"/>
              </a:ext>
            </a:extLst>
          </p:cNvPr>
          <p:cNvSpPr txBox="1"/>
          <p:nvPr userDrawn="1"/>
        </p:nvSpPr>
        <p:spPr>
          <a:xfrm>
            <a:off x="340191" y="-392985"/>
            <a:ext cx="4493538" cy="85561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3000" b="1" dirty="0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1">
                        <a:alpha val="0"/>
                      </a:schemeClr>
                    </a:gs>
                  </a:gsLst>
                  <a:lin ang="5400000" scaled="1"/>
                  <a:tileRect/>
                </a:gradFill>
              </a:rPr>
              <a:t>?</a:t>
            </a:r>
            <a:endParaRPr lang="ru-RU" sz="53000" b="1" dirty="0">
              <a:gradFill flip="none" rotWithShape="1">
                <a:gsLst>
                  <a:gs pos="0">
                    <a:schemeClr val="accent1"/>
                  </a:gs>
                  <a:gs pos="100000">
                    <a:schemeClr val="accent1">
                      <a:alpha val="0"/>
                    </a:schemeClr>
                  </a:gs>
                </a:gsLst>
                <a:lin ang="5400000" scaled="1"/>
                <a:tileRect/>
              </a:gradFill>
            </a:endParaRPr>
          </a:p>
        </p:txBody>
      </p: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1854FB96-6482-7040-AEC9-31343493737F}"/>
              </a:ext>
            </a:extLst>
          </p:cNvPr>
          <p:cNvGrpSpPr/>
          <p:nvPr userDrawn="1"/>
        </p:nvGrpSpPr>
        <p:grpSpPr>
          <a:xfrm>
            <a:off x="227165" y="3801795"/>
            <a:ext cx="361110" cy="371578"/>
            <a:chOff x="383279" y="3833472"/>
            <a:chExt cx="361110" cy="371578"/>
          </a:xfrm>
        </p:grpSpPr>
        <p:sp>
          <p:nvSpPr>
            <p:cNvPr id="20" name="Нашивка 19">
              <a:extLst>
                <a:ext uri="{FF2B5EF4-FFF2-40B4-BE49-F238E27FC236}">
                  <a16:creationId xmlns:a16="http://schemas.microsoft.com/office/drawing/2014/main" id="{4505EE8C-FEC0-2C41-972F-9B231977F75A}"/>
                </a:ext>
              </a:extLst>
            </p:cNvPr>
            <p:cNvSpPr/>
            <p:nvPr/>
          </p:nvSpPr>
          <p:spPr>
            <a:xfrm>
              <a:off x="564906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21" name="Нашивка 20">
              <a:extLst>
                <a:ext uri="{FF2B5EF4-FFF2-40B4-BE49-F238E27FC236}">
                  <a16:creationId xmlns:a16="http://schemas.microsoft.com/office/drawing/2014/main" id="{284537A5-A020-3B46-96F7-D48FB25F2653}"/>
                </a:ext>
              </a:extLst>
            </p:cNvPr>
            <p:cNvSpPr/>
            <p:nvPr/>
          </p:nvSpPr>
          <p:spPr>
            <a:xfrm>
              <a:off x="383279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sp>
        <p:nvSpPr>
          <p:cNvPr id="22" name="Текст 4">
            <a:extLst>
              <a:ext uri="{FF2B5EF4-FFF2-40B4-BE49-F238E27FC236}">
                <a16:creationId xmlns:a16="http://schemas.microsoft.com/office/drawing/2014/main" id="{D19FA497-049D-C040-99F2-FE82689E4CF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3275" y="4358993"/>
            <a:ext cx="8323263" cy="1841782"/>
          </a:xfrm>
        </p:spPr>
        <p:txBody>
          <a:bodyPr lIns="0" tIns="0" rIns="0" bIns="0" anchor="t">
            <a:normAutofit/>
          </a:bodyPr>
          <a:lstStyle>
            <a:lvl1pPr marL="0" indent="0">
              <a:buFontTx/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Вопрос аудитории</a:t>
            </a:r>
          </a:p>
        </p:txBody>
      </p:sp>
      <p:sp>
        <p:nvSpPr>
          <p:cNvPr id="24" name="Текст 17">
            <a:extLst>
              <a:ext uri="{FF2B5EF4-FFF2-40B4-BE49-F238E27FC236}">
                <a16:creationId xmlns:a16="http://schemas.microsoft.com/office/drawing/2014/main" id="{50AAAD90-B1BF-E248-AE25-D0D473D1387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03275" y="3620806"/>
            <a:ext cx="8323263" cy="738188"/>
          </a:xfrm>
        </p:spPr>
        <p:txBody>
          <a:bodyPr lIns="0" tIns="0" rIns="0" bIns="0" anchor="ctr">
            <a:normAutofit/>
          </a:bodyPr>
          <a:lstStyle>
            <a:lvl1pPr marL="0" indent="0">
              <a:buFontTx/>
              <a:buNone/>
              <a:defRPr sz="3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Вопрос аудитории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B0D6D61-9134-1C46-8701-29DD0B986DE3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1"/>
                </a:solidFill>
              </a:rPr>
              <a:pPr algn="l"/>
              <a:t>‹#›</a:t>
            </a:fld>
            <a:endParaRPr lang="ru-RU" sz="1000" dirty="0">
              <a:solidFill>
                <a:schemeClr val="bg1"/>
              </a:solidFill>
            </a:endParaRPr>
          </a:p>
        </p:txBody>
      </p:sp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4770" y="542125"/>
            <a:ext cx="1048781" cy="42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20604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Подведем итоги">
    <p:bg>
      <p:bgPr>
        <a:gradFill>
          <a:gsLst>
            <a:gs pos="95000">
              <a:schemeClr val="accent1"/>
            </a:gs>
            <a:gs pos="3000">
              <a:schemeClr val="accent3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Объект 1" hidden="1">
            <a:extLst>
              <a:ext uri="{FF2B5EF4-FFF2-40B4-BE49-F238E27FC236}">
                <a16:creationId xmlns:a16="http://schemas.microsoft.com/office/drawing/2014/main" id="{2B11F5C4-C9AA-4A48-8171-7867F8EF81C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6374708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2" name="Объект 1" hidden="1">
                        <a:extLst>
                          <a:ext uri="{FF2B5EF4-FFF2-40B4-BE49-F238E27FC236}">
                            <a16:creationId xmlns:a16="http://schemas.microsoft.com/office/drawing/2014/main" id="{2B11F5C4-C9AA-4A48-8171-7867F8EF81C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A03485A6-5304-D840-B8BB-5B8A3C47D176}"/>
              </a:ext>
            </a:extLst>
          </p:cNvPr>
          <p:cNvSpPr txBox="1"/>
          <p:nvPr userDrawn="1"/>
        </p:nvSpPr>
        <p:spPr>
          <a:xfrm>
            <a:off x="9126538" y="-392985"/>
            <a:ext cx="2448106" cy="82484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53000" b="1" dirty="0">
                <a:gradFill flip="none" rotWithShape="1">
                  <a:gsLst>
                    <a:gs pos="0">
                      <a:schemeClr val="accent3"/>
                    </a:gs>
                    <a:gs pos="100000">
                      <a:schemeClr val="accent3">
                        <a:alpha val="0"/>
                      </a:schemeClr>
                    </a:gs>
                  </a:gsLst>
                  <a:lin ang="5400000" scaled="1"/>
                  <a:tileRect/>
                </a:gradFill>
              </a:rPr>
              <a:t>!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B0D6D61-9134-1C46-8701-29DD0B986DE3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1"/>
                </a:solidFill>
              </a:rPr>
              <a:pPr algn="l"/>
              <a:t>‹#›</a:t>
            </a:fld>
            <a:endParaRPr lang="ru-RU" sz="1000" dirty="0">
              <a:solidFill>
                <a:schemeClr val="bg1"/>
              </a:solidFill>
            </a:endParaRPr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02C8AA36-B22B-AE43-B38E-09068C80391A}"/>
              </a:ext>
            </a:extLst>
          </p:cNvPr>
          <p:cNvGrpSpPr/>
          <p:nvPr userDrawn="1"/>
        </p:nvGrpSpPr>
        <p:grpSpPr>
          <a:xfrm>
            <a:off x="227165" y="1353092"/>
            <a:ext cx="361110" cy="371578"/>
            <a:chOff x="383279" y="3833472"/>
            <a:chExt cx="361110" cy="371578"/>
          </a:xfrm>
        </p:grpSpPr>
        <p:sp>
          <p:nvSpPr>
            <p:cNvPr id="13" name="Нашивка 12">
              <a:extLst>
                <a:ext uri="{FF2B5EF4-FFF2-40B4-BE49-F238E27FC236}">
                  <a16:creationId xmlns:a16="http://schemas.microsoft.com/office/drawing/2014/main" id="{72F3EBDB-5783-E445-AFD7-0024F7012003}"/>
                </a:ext>
              </a:extLst>
            </p:cNvPr>
            <p:cNvSpPr/>
            <p:nvPr/>
          </p:nvSpPr>
          <p:spPr>
            <a:xfrm>
              <a:off x="564906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4" name="Нашивка 13">
              <a:extLst>
                <a:ext uri="{FF2B5EF4-FFF2-40B4-BE49-F238E27FC236}">
                  <a16:creationId xmlns:a16="http://schemas.microsoft.com/office/drawing/2014/main" id="{E2822CAD-EADF-BF4C-8DC3-8D9F65968E4F}"/>
                </a:ext>
              </a:extLst>
            </p:cNvPr>
            <p:cNvSpPr/>
            <p:nvPr/>
          </p:nvSpPr>
          <p:spPr>
            <a:xfrm>
              <a:off x="383279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sp>
        <p:nvSpPr>
          <p:cNvPr id="16" name="Текст 17">
            <a:extLst>
              <a:ext uri="{FF2B5EF4-FFF2-40B4-BE49-F238E27FC236}">
                <a16:creationId xmlns:a16="http://schemas.microsoft.com/office/drawing/2014/main" id="{EC8B8A80-E4D6-6242-B68B-0BFB25E1BCF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03275" y="1319598"/>
            <a:ext cx="8323263" cy="443198"/>
          </a:xfrm>
        </p:spPr>
        <p:txBody>
          <a:bodyPr lIns="0" tIns="0" rIns="0" bIns="0" anchor="ctr">
            <a:spAutoFit/>
          </a:bodyPr>
          <a:lstStyle>
            <a:lvl1pPr marL="0" indent="0">
              <a:buFontTx/>
              <a:buNone/>
              <a:defRPr sz="3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Подведем итоги</a:t>
            </a:r>
          </a:p>
        </p:txBody>
      </p:sp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4770" y="542125"/>
            <a:ext cx="1048781" cy="42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80416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горой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E2F44F8C-947C-1644-A927-26E4B6403B4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9812978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0E299884-2EFC-A04C-81A3-D7BA8D9E87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9072000" cy="685801"/>
          </a:xfr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C1B4EF-64D7-894B-8937-1E4CB50F3D07}"/>
              </a:ext>
            </a:extLst>
          </p:cNvPr>
          <p:cNvSpPr txBox="1"/>
          <p:nvPr userDrawn="1"/>
        </p:nvSpPr>
        <p:spPr>
          <a:xfrm>
            <a:off x="11049960" y="6462296"/>
            <a:ext cx="338765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r"/>
            <a:fld id="{C960BA5E-7A21-1A4B-A537-36612EA657E4}" type="slidenum">
              <a:rPr lang="ru-RU" sz="1000" smtClean="0">
                <a:solidFill>
                  <a:schemeClr val="bg1"/>
                </a:solidFill>
              </a:rPr>
              <a:pPr algn="r"/>
              <a:t>‹#›</a:t>
            </a:fld>
            <a:endParaRPr lang="ru-RU" sz="1000" dirty="0">
              <a:solidFill>
                <a:schemeClr val="bg1"/>
              </a:solidFill>
            </a:endParaRP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B1D2930A-E7E2-8F4B-BF00-D261DFFCEF5C}"/>
              </a:ext>
            </a:extLst>
          </p:cNvPr>
          <p:cNvCxnSpPr>
            <a:cxnSpLocks/>
          </p:cNvCxnSpPr>
          <p:nvPr userDrawn="1"/>
        </p:nvCxnSpPr>
        <p:spPr>
          <a:xfrm>
            <a:off x="662294" y="0"/>
            <a:ext cx="0" cy="99556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Полилиния 7">
            <a:extLst>
              <a:ext uri="{FF2B5EF4-FFF2-40B4-BE49-F238E27FC236}">
                <a16:creationId xmlns:a16="http://schemas.microsoft.com/office/drawing/2014/main" id="{435A7BF7-A0FA-AA42-AC3A-05BE8E91E4EB}"/>
              </a:ext>
            </a:extLst>
          </p:cNvPr>
          <p:cNvSpPr/>
          <p:nvPr userDrawn="1"/>
        </p:nvSpPr>
        <p:spPr>
          <a:xfrm>
            <a:off x="-1" y="2108516"/>
            <a:ext cx="6460790" cy="4756444"/>
          </a:xfrm>
          <a:custGeom>
            <a:avLst/>
            <a:gdLst>
              <a:gd name="connsiteX0" fmla="*/ 1364852 w 6460790"/>
              <a:gd name="connsiteY0" fmla="*/ 0 h 4756444"/>
              <a:gd name="connsiteX1" fmla="*/ 2305876 w 6460790"/>
              <a:gd name="connsiteY1" fmla="*/ 500338 h 4756444"/>
              <a:gd name="connsiteX2" fmla="*/ 2317966 w 6460790"/>
              <a:gd name="connsiteY2" fmla="*/ 522612 h 4756444"/>
              <a:gd name="connsiteX3" fmla="*/ 2334528 w 6460790"/>
              <a:gd name="connsiteY3" fmla="*/ 469258 h 4756444"/>
              <a:gd name="connsiteX4" fmla="*/ 2779103 w 6460790"/>
              <a:gd name="connsiteY4" fmla="*/ 174573 h 4756444"/>
              <a:gd name="connsiteX5" fmla="*/ 3251793 w 6460790"/>
              <a:gd name="connsiteY5" fmla="*/ 559826 h 4756444"/>
              <a:gd name="connsiteX6" fmla="*/ 3256247 w 6460790"/>
              <a:gd name="connsiteY6" fmla="*/ 604013 h 4756444"/>
              <a:gd name="connsiteX7" fmla="*/ 3328199 w 6460790"/>
              <a:gd name="connsiteY7" fmla="*/ 577678 h 4756444"/>
              <a:gd name="connsiteX8" fmla="*/ 3585139 w 6460790"/>
              <a:gd name="connsiteY8" fmla="*/ 538832 h 4756444"/>
              <a:gd name="connsiteX9" fmla="*/ 4449183 w 6460790"/>
              <a:gd name="connsiteY9" fmla="*/ 1402876 h 4756444"/>
              <a:gd name="connsiteX10" fmla="*/ 4434754 w 6460790"/>
              <a:gd name="connsiteY10" fmla="*/ 1546011 h 4756444"/>
              <a:gd name="connsiteX11" fmla="*/ 4468094 w 6460790"/>
              <a:gd name="connsiteY11" fmla="*/ 1523927 h 4756444"/>
              <a:gd name="connsiteX12" fmla="*/ 4870315 w 6460790"/>
              <a:gd name="connsiteY12" fmla="*/ 1416867 h 4756444"/>
              <a:gd name="connsiteX13" fmla="*/ 5678383 w 6460790"/>
              <a:gd name="connsiteY13" fmla="*/ 2224935 h 4756444"/>
              <a:gd name="connsiteX14" fmla="*/ 5673958 w 6460790"/>
              <a:gd name="connsiteY14" fmla="*/ 2268836 h 4756444"/>
              <a:gd name="connsiteX15" fmla="*/ 5799483 w 6460790"/>
              <a:gd name="connsiteY15" fmla="*/ 2256182 h 4756444"/>
              <a:gd name="connsiteX16" fmla="*/ 6460790 w 6460790"/>
              <a:gd name="connsiteY16" fmla="*/ 2917489 h 4756444"/>
              <a:gd name="connsiteX17" fmla="*/ 6056894 w 6460790"/>
              <a:gd name="connsiteY17" fmla="*/ 3526828 h 4756444"/>
              <a:gd name="connsiteX18" fmla="*/ 5941507 w 6460790"/>
              <a:gd name="connsiteY18" fmla="*/ 3562646 h 4756444"/>
              <a:gd name="connsiteX19" fmla="*/ 5945079 w 6460790"/>
              <a:gd name="connsiteY19" fmla="*/ 3643478 h 4756444"/>
              <a:gd name="connsiteX20" fmla="*/ 5497696 w 6460790"/>
              <a:gd name="connsiteY20" fmla="*/ 4723556 h 4756444"/>
              <a:gd name="connsiteX21" fmla="*/ 5461510 w 6460790"/>
              <a:gd name="connsiteY21" fmla="*/ 4756444 h 4756444"/>
              <a:gd name="connsiteX22" fmla="*/ 3373726 w 6460790"/>
              <a:gd name="connsiteY22" fmla="*/ 4756444 h 4756444"/>
              <a:gd name="connsiteX23" fmla="*/ 3337540 w 6460790"/>
              <a:gd name="connsiteY23" fmla="*/ 4723556 h 4756444"/>
              <a:gd name="connsiteX24" fmla="*/ 3300218 w 6460790"/>
              <a:gd name="connsiteY24" fmla="*/ 4682491 h 4756444"/>
              <a:gd name="connsiteX25" fmla="*/ 3214236 w 6460790"/>
              <a:gd name="connsiteY25" fmla="*/ 4746788 h 4756444"/>
              <a:gd name="connsiteX26" fmla="*/ 3197436 w 6460790"/>
              <a:gd name="connsiteY26" fmla="*/ 4756444 h 4756444"/>
              <a:gd name="connsiteX27" fmla="*/ 0 w 6460790"/>
              <a:gd name="connsiteY27" fmla="*/ 4756444 h 4756444"/>
              <a:gd name="connsiteX28" fmla="*/ 0 w 6460790"/>
              <a:gd name="connsiteY28" fmla="*/ 788938 h 4756444"/>
              <a:gd name="connsiteX29" fmla="*/ 47629 w 6460790"/>
              <a:gd name="connsiteY29" fmla="*/ 781669 h 4756444"/>
              <a:gd name="connsiteX30" fmla="*/ 138597 w 6460790"/>
              <a:gd name="connsiteY30" fmla="*/ 777075 h 4756444"/>
              <a:gd name="connsiteX31" fmla="*/ 274091 w 6460790"/>
              <a:gd name="connsiteY31" fmla="*/ 787327 h 4756444"/>
              <a:gd name="connsiteX32" fmla="*/ 283886 w 6460790"/>
              <a:gd name="connsiteY32" fmla="*/ 789584 h 4756444"/>
              <a:gd name="connsiteX33" fmla="*/ 319197 w 6460790"/>
              <a:gd name="connsiteY33" fmla="*/ 693107 h 4756444"/>
              <a:gd name="connsiteX34" fmla="*/ 1364852 w 6460790"/>
              <a:gd name="connsiteY34" fmla="*/ 0 h 47564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6460790" h="4756444">
                <a:moveTo>
                  <a:pt x="1364852" y="0"/>
                </a:moveTo>
                <a:cubicBezTo>
                  <a:pt x="1756573" y="0"/>
                  <a:pt x="2101938" y="198470"/>
                  <a:pt x="2305876" y="500338"/>
                </a:cubicBezTo>
                <a:lnTo>
                  <a:pt x="2317966" y="522612"/>
                </a:lnTo>
                <a:lnTo>
                  <a:pt x="2334528" y="469258"/>
                </a:lnTo>
                <a:cubicBezTo>
                  <a:pt x="2407774" y="296084"/>
                  <a:pt x="2579248" y="174573"/>
                  <a:pt x="2779103" y="174573"/>
                </a:cubicBezTo>
                <a:cubicBezTo>
                  <a:pt x="3012267" y="174573"/>
                  <a:pt x="3206802" y="339963"/>
                  <a:pt x="3251793" y="559826"/>
                </a:cubicBezTo>
                <a:lnTo>
                  <a:pt x="3256247" y="604013"/>
                </a:lnTo>
                <a:lnTo>
                  <a:pt x="3328199" y="577678"/>
                </a:lnTo>
                <a:cubicBezTo>
                  <a:pt x="3409366" y="552432"/>
                  <a:pt x="3495665" y="538832"/>
                  <a:pt x="3585139" y="538832"/>
                </a:cubicBezTo>
                <a:cubicBezTo>
                  <a:pt x="4062337" y="538832"/>
                  <a:pt x="4449183" y="925678"/>
                  <a:pt x="4449183" y="1402876"/>
                </a:cubicBezTo>
                <a:lnTo>
                  <a:pt x="4434754" y="1546011"/>
                </a:lnTo>
                <a:lnTo>
                  <a:pt x="4468094" y="1523927"/>
                </a:lnTo>
                <a:cubicBezTo>
                  <a:pt x="4586539" y="1455819"/>
                  <a:pt x="4723878" y="1416867"/>
                  <a:pt x="4870315" y="1416867"/>
                </a:cubicBezTo>
                <a:cubicBezTo>
                  <a:pt x="5316599" y="1416867"/>
                  <a:pt x="5678383" y="1778651"/>
                  <a:pt x="5678383" y="2224935"/>
                </a:cubicBezTo>
                <a:lnTo>
                  <a:pt x="5673958" y="2268836"/>
                </a:lnTo>
                <a:lnTo>
                  <a:pt x="5799483" y="2256182"/>
                </a:lnTo>
                <a:cubicBezTo>
                  <a:pt x="6164713" y="2256182"/>
                  <a:pt x="6460790" y="2552259"/>
                  <a:pt x="6460790" y="2917489"/>
                </a:cubicBezTo>
                <a:cubicBezTo>
                  <a:pt x="6460790" y="3191412"/>
                  <a:pt x="6294247" y="3426436"/>
                  <a:pt x="6056894" y="3526828"/>
                </a:cubicBezTo>
                <a:lnTo>
                  <a:pt x="5941507" y="3562646"/>
                </a:lnTo>
                <a:lnTo>
                  <a:pt x="5945079" y="3643478"/>
                </a:lnTo>
                <a:cubicBezTo>
                  <a:pt x="5945079" y="4065275"/>
                  <a:pt x="5774112" y="4447140"/>
                  <a:pt x="5497696" y="4723556"/>
                </a:cubicBezTo>
                <a:lnTo>
                  <a:pt x="5461510" y="4756444"/>
                </a:lnTo>
                <a:lnTo>
                  <a:pt x="3373726" y="4756444"/>
                </a:lnTo>
                <a:lnTo>
                  <a:pt x="3337540" y="4723556"/>
                </a:lnTo>
                <a:lnTo>
                  <a:pt x="3300218" y="4682491"/>
                </a:lnTo>
                <a:lnTo>
                  <a:pt x="3214236" y="4746788"/>
                </a:lnTo>
                <a:lnTo>
                  <a:pt x="3197436" y="4756444"/>
                </a:lnTo>
                <a:lnTo>
                  <a:pt x="0" y="4756444"/>
                </a:lnTo>
                <a:lnTo>
                  <a:pt x="0" y="788938"/>
                </a:lnTo>
                <a:lnTo>
                  <a:pt x="47629" y="781669"/>
                </a:lnTo>
                <a:cubicBezTo>
                  <a:pt x="77539" y="778631"/>
                  <a:pt x="107886" y="777075"/>
                  <a:pt x="138597" y="777075"/>
                </a:cubicBezTo>
                <a:cubicBezTo>
                  <a:pt x="184663" y="777075"/>
                  <a:pt x="229912" y="780576"/>
                  <a:pt x="274091" y="787327"/>
                </a:cubicBezTo>
                <a:lnTo>
                  <a:pt x="283886" y="789584"/>
                </a:lnTo>
                <a:lnTo>
                  <a:pt x="319197" y="693107"/>
                </a:lnTo>
                <a:cubicBezTo>
                  <a:pt x="491474" y="285797"/>
                  <a:pt x="894787" y="0"/>
                  <a:pt x="136485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3802AD1-766A-DE45-9A3D-BBC3CBD18CC0}"/>
              </a:ext>
            </a:extLst>
          </p:cNvPr>
          <p:cNvSpPr txBox="1"/>
          <p:nvPr userDrawn="1"/>
        </p:nvSpPr>
        <p:spPr>
          <a:xfrm>
            <a:off x="9388251" y="1920638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ru-RU" dirty="0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59B9762A-D661-004B-AA68-25A2ABE391B5}"/>
              </a:ext>
            </a:extLst>
          </p:cNvPr>
          <p:cNvGrpSpPr/>
          <p:nvPr userDrawn="1"/>
        </p:nvGrpSpPr>
        <p:grpSpPr>
          <a:xfrm>
            <a:off x="2743200" y="3128963"/>
            <a:ext cx="9458325" cy="3771902"/>
            <a:chOff x="2743200" y="3128963"/>
            <a:chExt cx="9458325" cy="3771902"/>
          </a:xfrm>
        </p:grpSpPr>
        <p:sp>
          <p:nvSpPr>
            <p:cNvPr id="13" name="Полилиния 12">
              <a:extLst>
                <a:ext uri="{FF2B5EF4-FFF2-40B4-BE49-F238E27FC236}">
                  <a16:creationId xmlns:a16="http://schemas.microsoft.com/office/drawing/2014/main" id="{245F897D-F2E4-AE4F-AB0A-7347E2F985FF}"/>
                </a:ext>
              </a:extLst>
            </p:cNvPr>
            <p:cNvSpPr/>
            <p:nvPr/>
          </p:nvSpPr>
          <p:spPr>
            <a:xfrm>
              <a:off x="2786063" y="3128963"/>
              <a:ext cx="9415462" cy="3743325"/>
            </a:xfrm>
            <a:custGeom>
              <a:avLst/>
              <a:gdLst>
                <a:gd name="connsiteX0" fmla="*/ 0 w 9415462"/>
                <a:gd name="connsiteY0" fmla="*/ 3743325 h 3743325"/>
                <a:gd name="connsiteX1" fmla="*/ 1557337 w 9415462"/>
                <a:gd name="connsiteY1" fmla="*/ 2386012 h 3743325"/>
                <a:gd name="connsiteX2" fmla="*/ 2128837 w 9415462"/>
                <a:gd name="connsiteY2" fmla="*/ 2686050 h 3743325"/>
                <a:gd name="connsiteX3" fmla="*/ 3629025 w 9415462"/>
                <a:gd name="connsiteY3" fmla="*/ 957262 h 3743325"/>
                <a:gd name="connsiteX4" fmla="*/ 4300537 w 9415462"/>
                <a:gd name="connsiteY4" fmla="*/ 1600200 h 3743325"/>
                <a:gd name="connsiteX5" fmla="*/ 5715000 w 9415462"/>
                <a:gd name="connsiteY5" fmla="*/ 0 h 3743325"/>
                <a:gd name="connsiteX6" fmla="*/ 7100887 w 9415462"/>
                <a:gd name="connsiteY6" fmla="*/ 1243012 h 3743325"/>
                <a:gd name="connsiteX7" fmla="*/ 8258175 w 9415462"/>
                <a:gd name="connsiteY7" fmla="*/ 1042987 h 3743325"/>
                <a:gd name="connsiteX8" fmla="*/ 9172575 w 9415462"/>
                <a:gd name="connsiteY8" fmla="*/ 1671637 h 3743325"/>
                <a:gd name="connsiteX9" fmla="*/ 9401175 w 9415462"/>
                <a:gd name="connsiteY9" fmla="*/ 1585912 h 3743325"/>
                <a:gd name="connsiteX10" fmla="*/ 9415462 w 9415462"/>
                <a:gd name="connsiteY10" fmla="*/ 3743325 h 3743325"/>
                <a:gd name="connsiteX11" fmla="*/ 0 w 9415462"/>
                <a:gd name="connsiteY11" fmla="*/ 3743325 h 3743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415462" h="3743325">
                  <a:moveTo>
                    <a:pt x="0" y="3743325"/>
                  </a:moveTo>
                  <a:lnTo>
                    <a:pt x="1557337" y="2386012"/>
                  </a:lnTo>
                  <a:lnTo>
                    <a:pt x="2128837" y="2686050"/>
                  </a:lnTo>
                  <a:lnTo>
                    <a:pt x="3629025" y="957262"/>
                  </a:lnTo>
                  <a:lnTo>
                    <a:pt x="4300537" y="1600200"/>
                  </a:lnTo>
                  <a:lnTo>
                    <a:pt x="5715000" y="0"/>
                  </a:lnTo>
                  <a:lnTo>
                    <a:pt x="7100887" y="1243012"/>
                  </a:lnTo>
                  <a:lnTo>
                    <a:pt x="8258175" y="1042987"/>
                  </a:lnTo>
                  <a:lnTo>
                    <a:pt x="9172575" y="1671637"/>
                  </a:lnTo>
                  <a:lnTo>
                    <a:pt x="9401175" y="1585912"/>
                  </a:lnTo>
                  <a:cubicBezTo>
                    <a:pt x="9405937" y="2305050"/>
                    <a:pt x="9410700" y="3024187"/>
                    <a:pt x="9415462" y="3743325"/>
                  </a:cubicBezTo>
                  <a:lnTo>
                    <a:pt x="0" y="3743325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олилиния 13">
              <a:extLst>
                <a:ext uri="{FF2B5EF4-FFF2-40B4-BE49-F238E27FC236}">
                  <a16:creationId xmlns:a16="http://schemas.microsoft.com/office/drawing/2014/main" id="{0B32C7D0-36EF-DE49-A525-8E4F0D44B3BD}"/>
                </a:ext>
              </a:extLst>
            </p:cNvPr>
            <p:cNvSpPr/>
            <p:nvPr/>
          </p:nvSpPr>
          <p:spPr>
            <a:xfrm>
              <a:off x="4347396" y="5523567"/>
              <a:ext cx="567770" cy="865510"/>
            </a:xfrm>
            <a:custGeom>
              <a:avLst/>
              <a:gdLst>
                <a:gd name="connsiteX0" fmla="*/ 0 w 521677"/>
                <a:gd name="connsiteY0" fmla="*/ 0 h 849923"/>
                <a:gd name="connsiteX1" fmla="*/ 263769 w 521677"/>
                <a:gd name="connsiteY1" fmla="*/ 310661 h 849923"/>
                <a:gd name="connsiteX2" fmla="*/ 23446 w 521677"/>
                <a:gd name="connsiteY2" fmla="*/ 398584 h 849923"/>
                <a:gd name="connsiteX3" fmla="*/ 263769 w 521677"/>
                <a:gd name="connsiteY3" fmla="*/ 849923 h 849923"/>
                <a:gd name="connsiteX4" fmla="*/ 304800 w 521677"/>
                <a:gd name="connsiteY4" fmla="*/ 492369 h 849923"/>
                <a:gd name="connsiteX5" fmla="*/ 521677 w 521677"/>
                <a:gd name="connsiteY5" fmla="*/ 416169 h 849923"/>
                <a:gd name="connsiteX6" fmla="*/ 515816 w 521677"/>
                <a:gd name="connsiteY6" fmla="*/ 252046 h 849923"/>
                <a:gd name="connsiteX7" fmla="*/ 0 w 521677"/>
                <a:gd name="connsiteY7" fmla="*/ 0 h 849923"/>
                <a:gd name="connsiteX0" fmla="*/ 0 w 536597"/>
                <a:gd name="connsiteY0" fmla="*/ 0 h 849923"/>
                <a:gd name="connsiteX1" fmla="*/ 263769 w 536597"/>
                <a:gd name="connsiteY1" fmla="*/ 310661 h 849923"/>
                <a:gd name="connsiteX2" fmla="*/ 23446 w 536597"/>
                <a:gd name="connsiteY2" fmla="*/ 398584 h 849923"/>
                <a:gd name="connsiteX3" fmla="*/ 263769 w 536597"/>
                <a:gd name="connsiteY3" fmla="*/ 849923 h 849923"/>
                <a:gd name="connsiteX4" fmla="*/ 304800 w 536597"/>
                <a:gd name="connsiteY4" fmla="*/ 492369 h 849923"/>
                <a:gd name="connsiteX5" fmla="*/ 521677 w 536597"/>
                <a:gd name="connsiteY5" fmla="*/ 416169 h 849923"/>
                <a:gd name="connsiteX6" fmla="*/ 536597 w 536597"/>
                <a:gd name="connsiteY6" fmla="*/ 272828 h 849923"/>
                <a:gd name="connsiteX7" fmla="*/ 0 w 536597"/>
                <a:gd name="connsiteY7" fmla="*/ 0 h 849923"/>
                <a:gd name="connsiteX0" fmla="*/ 0 w 567770"/>
                <a:gd name="connsiteY0" fmla="*/ 0 h 865510"/>
                <a:gd name="connsiteX1" fmla="*/ 294942 w 567770"/>
                <a:gd name="connsiteY1" fmla="*/ 326248 h 865510"/>
                <a:gd name="connsiteX2" fmla="*/ 54619 w 567770"/>
                <a:gd name="connsiteY2" fmla="*/ 414171 h 865510"/>
                <a:gd name="connsiteX3" fmla="*/ 294942 w 567770"/>
                <a:gd name="connsiteY3" fmla="*/ 865510 h 865510"/>
                <a:gd name="connsiteX4" fmla="*/ 335973 w 567770"/>
                <a:gd name="connsiteY4" fmla="*/ 507956 h 865510"/>
                <a:gd name="connsiteX5" fmla="*/ 552850 w 567770"/>
                <a:gd name="connsiteY5" fmla="*/ 431756 h 865510"/>
                <a:gd name="connsiteX6" fmla="*/ 567770 w 567770"/>
                <a:gd name="connsiteY6" fmla="*/ 288415 h 865510"/>
                <a:gd name="connsiteX7" fmla="*/ 0 w 567770"/>
                <a:gd name="connsiteY7" fmla="*/ 0 h 8655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67770" h="865510">
                  <a:moveTo>
                    <a:pt x="0" y="0"/>
                  </a:moveTo>
                  <a:lnTo>
                    <a:pt x="294942" y="326248"/>
                  </a:lnTo>
                  <a:lnTo>
                    <a:pt x="54619" y="414171"/>
                  </a:lnTo>
                  <a:lnTo>
                    <a:pt x="294942" y="865510"/>
                  </a:lnTo>
                  <a:lnTo>
                    <a:pt x="335973" y="507956"/>
                  </a:lnTo>
                  <a:lnTo>
                    <a:pt x="552850" y="431756"/>
                  </a:lnTo>
                  <a:lnTo>
                    <a:pt x="567770" y="2884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  <a:beve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олилиния 14">
              <a:extLst>
                <a:ext uri="{FF2B5EF4-FFF2-40B4-BE49-F238E27FC236}">
                  <a16:creationId xmlns:a16="http://schemas.microsoft.com/office/drawing/2014/main" id="{C45EBF49-D586-DB41-8FBE-08934BC9980A}"/>
                </a:ext>
              </a:extLst>
            </p:cNvPr>
            <p:cNvSpPr/>
            <p:nvPr/>
          </p:nvSpPr>
          <p:spPr>
            <a:xfrm>
              <a:off x="6422382" y="4112934"/>
              <a:ext cx="2217526" cy="2434403"/>
            </a:xfrm>
            <a:custGeom>
              <a:avLst/>
              <a:gdLst>
                <a:gd name="connsiteX0" fmla="*/ 0 w 2186354"/>
                <a:gd name="connsiteY0" fmla="*/ 0 h 2403230"/>
                <a:gd name="connsiteX1" fmla="*/ 234461 w 2186354"/>
                <a:gd name="connsiteY1" fmla="*/ 674077 h 2403230"/>
                <a:gd name="connsiteX2" fmla="*/ 76200 w 2186354"/>
                <a:gd name="connsiteY2" fmla="*/ 668215 h 2403230"/>
                <a:gd name="connsiteX3" fmla="*/ 281354 w 2186354"/>
                <a:gd name="connsiteY3" fmla="*/ 1119554 h 2403230"/>
                <a:gd name="connsiteX4" fmla="*/ 41031 w 2186354"/>
                <a:gd name="connsiteY4" fmla="*/ 1137138 h 2403230"/>
                <a:gd name="connsiteX5" fmla="*/ 527538 w 2186354"/>
                <a:gd name="connsiteY5" fmla="*/ 1565030 h 2403230"/>
                <a:gd name="connsiteX6" fmla="*/ 2186354 w 2186354"/>
                <a:gd name="connsiteY6" fmla="*/ 2403230 h 2403230"/>
                <a:gd name="connsiteX7" fmla="*/ 738554 w 2186354"/>
                <a:gd name="connsiteY7" fmla="*/ 1500554 h 2403230"/>
                <a:gd name="connsiteX8" fmla="*/ 1019908 w 2186354"/>
                <a:gd name="connsiteY8" fmla="*/ 973015 h 2403230"/>
                <a:gd name="connsiteX9" fmla="*/ 674077 w 2186354"/>
                <a:gd name="connsiteY9" fmla="*/ 855784 h 2403230"/>
                <a:gd name="connsiteX10" fmla="*/ 621323 w 2186354"/>
                <a:gd name="connsiteY10" fmla="*/ 568569 h 2403230"/>
                <a:gd name="connsiteX11" fmla="*/ 0 w 2186354"/>
                <a:gd name="connsiteY11" fmla="*/ 0 h 2403230"/>
                <a:gd name="connsiteX0" fmla="*/ 0 w 2217526"/>
                <a:gd name="connsiteY0" fmla="*/ 0 h 2434403"/>
                <a:gd name="connsiteX1" fmla="*/ 265633 w 2217526"/>
                <a:gd name="connsiteY1" fmla="*/ 705250 h 2434403"/>
                <a:gd name="connsiteX2" fmla="*/ 107372 w 2217526"/>
                <a:gd name="connsiteY2" fmla="*/ 699388 h 2434403"/>
                <a:gd name="connsiteX3" fmla="*/ 312526 w 2217526"/>
                <a:gd name="connsiteY3" fmla="*/ 1150727 h 2434403"/>
                <a:gd name="connsiteX4" fmla="*/ 72203 w 2217526"/>
                <a:gd name="connsiteY4" fmla="*/ 1168311 h 2434403"/>
                <a:gd name="connsiteX5" fmla="*/ 558710 w 2217526"/>
                <a:gd name="connsiteY5" fmla="*/ 1596203 h 2434403"/>
                <a:gd name="connsiteX6" fmla="*/ 2217526 w 2217526"/>
                <a:gd name="connsiteY6" fmla="*/ 2434403 h 2434403"/>
                <a:gd name="connsiteX7" fmla="*/ 769726 w 2217526"/>
                <a:gd name="connsiteY7" fmla="*/ 1531727 h 2434403"/>
                <a:gd name="connsiteX8" fmla="*/ 1051080 w 2217526"/>
                <a:gd name="connsiteY8" fmla="*/ 1004188 h 2434403"/>
                <a:gd name="connsiteX9" fmla="*/ 705249 w 2217526"/>
                <a:gd name="connsiteY9" fmla="*/ 886957 h 2434403"/>
                <a:gd name="connsiteX10" fmla="*/ 652495 w 2217526"/>
                <a:gd name="connsiteY10" fmla="*/ 599742 h 2434403"/>
                <a:gd name="connsiteX11" fmla="*/ 0 w 2217526"/>
                <a:gd name="connsiteY11" fmla="*/ 0 h 243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17526" h="2434403">
                  <a:moveTo>
                    <a:pt x="0" y="0"/>
                  </a:moveTo>
                  <a:lnTo>
                    <a:pt x="265633" y="705250"/>
                  </a:lnTo>
                  <a:lnTo>
                    <a:pt x="107372" y="699388"/>
                  </a:lnTo>
                  <a:lnTo>
                    <a:pt x="312526" y="1150727"/>
                  </a:lnTo>
                  <a:lnTo>
                    <a:pt x="72203" y="1168311"/>
                  </a:lnTo>
                  <a:lnTo>
                    <a:pt x="558710" y="1596203"/>
                  </a:lnTo>
                  <a:lnTo>
                    <a:pt x="2217526" y="2434403"/>
                  </a:lnTo>
                  <a:lnTo>
                    <a:pt x="769726" y="1531727"/>
                  </a:lnTo>
                  <a:lnTo>
                    <a:pt x="1051080" y="1004188"/>
                  </a:lnTo>
                  <a:lnTo>
                    <a:pt x="705249" y="886957"/>
                  </a:lnTo>
                  <a:lnTo>
                    <a:pt x="652495" y="5997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  <a:beve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олилиния 15">
              <a:extLst>
                <a:ext uri="{FF2B5EF4-FFF2-40B4-BE49-F238E27FC236}">
                  <a16:creationId xmlns:a16="http://schemas.microsoft.com/office/drawing/2014/main" id="{8DCAA507-2613-8B49-A2D7-5AAB45B6277A}"/>
                </a:ext>
              </a:extLst>
            </p:cNvPr>
            <p:cNvSpPr/>
            <p:nvPr/>
          </p:nvSpPr>
          <p:spPr>
            <a:xfrm>
              <a:off x="8523875" y="3160566"/>
              <a:ext cx="1710371" cy="2783033"/>
            </a:xfrm>
            <a:custGeom>
              <a:avLst/>
              <a:gdLst>
                <a:gd name="connsiteX0" fmla="*/ 0 w 1746738"/>
                <a:gd name="connsiteY0" fmla="*/ 0 h 2819400"/>
                <a:gd name="connsiteX1" fmla="*/ 504092 w 1746738"/>
                <a:gd name="connsiteY1" fmla="*/ 978877 h 2819400"/>
                <a:gd name="connsiteX2" fmla="*/ 87923 w 1746738"/>
                <a:gd name="connsiteY2" fmla="*/ 1031631 h 2819400"/>
                <a:gd name="connsiteX3" fmla="*/ 1277815 w 1746738"/>
                <a:gd name="connsiteY3" fmla="*/ 2174631 h 2819400"/>
                <a:gd name="connsiteX4" fmla="*/ 1746738 w 1746738"/>
                <a:gd name="connsiteY4" fmla="*/ 2819400 h 2819400"/>
                <a:gd name="connsiteX5" fmla="*/ 1336430 w 1746738"/>
                <a:gd name="connsiteY5" fmla="*/ 1811215 h 2819400"/>
                <a:gd name="connsiteX6" fmla="*/ 1506415 w 1746738"/>
                <a:gd name="connsiteY6" fmla="*/ 1535723 h 2819400"/>
                <a:gd name="connsiteX7" fmla="*/ 1383323 w 1746738"/>
                <a:gd name="connsiteY7" fmla="*/ 1236785 h 2819400"/>
                <a:gd name="connsiteX8" fmla="*/ 0 w 1746738"/>
                <a:gd name="connsiteY8" fmla="*/ 0 h 2819400"/>
                <a:gd name="connsiteX0" fmla="*/ 0 w 1720761"/>
                <a:gd name="connsiteY0" fmla="*/ 0 h 2767446"/>
                <a:gd name="connsiteX1" fmla="*/ 478115 w 1720761"/>
                <a:gd name="connsiteY1" fmla="*/ 926923 h 2767446"/>
                <a:gd name="connsiteX2" fmla="*/ 61946 w 1720761"/>
                <a:gd name="connsiteY2" fmla="*/ 979677 h 2767446"/>
                <a:gd name="connsiteX3" fmla="*/ 1251838 w 1720761"/>
                <a:gd name="connsiteY3" fmla="*/ 2122677 h 2767446"/>
                <a:gd name="connsiteX4" fmla="*/ 1720761 w 1720761"/>
                <a:gd name="connsiteY4" fmla="*/ 2767446 h 2767446"/>
                <a:gd name="connsiteX5" fmla="*/ 1310453 w 1720761"/>
                <a:gd name="connsiteY5" fmla="*/ 1759261 h 2767446"/>
                <a:gd name="connsiteX6" fmla="*/ 1480438 w 1720761"/>
                <a:gd name="connsiteY6" fmla="*/ 1483769 h 2767446"/>
                <a:gd name="connsiteX7" fmla="*/ 1357346 w 1720761"/>
                <a:gd name="connsiteY7" fmla="*/ 1184831 h 2767446"/>
                <a:gd name="connsiteX8" fmla="*/ 0 w 1720761"/>
                <a:gd name="connsiteY8" fmla="*/ 0 h 2767446"/>
                <a:gd name="connsiteX0" fmla="*/ 0 w 1710371"/>
                <a:gd name="connsiteY0" fmla="*/ 0 h 2783033"/>
                <a:gd name="connsiteX1" fmla="*/ 467725 w 1710371"/>
                <a:gd name="connsiteY1" fmla="*/ 942510 h 2783033"/>
                <a:gd name="connsiteX2" fmla="*/ 51556 w 1710371"/>
                <a:gd name="connsiteY2" fmla="*/ 995264 h 2783033"/>
                <a:gd name="connsiteX3" fmla="*/ 1241448 w 1710371"/>
                <a:gd name="connsiteY3" fmla="*/ 2138264 h 2783033"/>
                <a:gd name="connsiteX4" fmla="*/ 1710371 w 1710371"/>
                <a:gd name="connsiteY4" fmla="*/ 2783033 h 2783033"/>
                <a:gd name="connsiteX5" fmla="*/ 1300063 w 1710371"/>
                <a:gd name="connsiteY5" fmla="*/ 1774848 h 2783033"/>
                <a:gd name="connsiteX6" fmla="*/ 1470048 w 1710371"/>
                <a:gd name="connsiteY6" fmla="*/ 1499356 h 2783033"/>
                <a:gd name="connsiteX7" fmla="*/ 1346956 w 1710371"/>
                <a:gd name="connsiteY7" fmla="*/ 1200418 h 2783033"/>
                <a:gd name="connsiteX8" fmla="*/ 0 w 1710371"/>
                <a:gd name="connsiteY8" fmla="*/ 0 h 2783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10371" h="2783033">
                  <a:moveTo>
                    <a:pt x="0" y="0"/>
                  </a:moveTo>
                  <a:lnTo>
                    <a:pt x="467725" y="942510"/>
                  </a:lnTo>
                  <a:lnTo>
                    <a:pt x="51556" y="995264"/>
                  </a:lnTo>
                  <a:lnTo>
                    <a:pt x="1241448" y="2138264"/>
                  </a:lnTo>
                  <a:lnTo>
                    <a:pt x="1710371" y="2783033"/>
                  </a:lnTo>
                  <a:lnTo>
                    <a:pt x="1300063" y="1774848"/>
                  </a:lnTo>
                  <a:lnTo>
                    <a:pt x="1470048" y="1499356"/>
                  </a:lnTo>
                  <a:lnTo>
                    <a:pt x="1346956" y="12004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  <a:beve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олилиния 17">
              <a:extLst>
                <a:ext uri="{FF2B5EF4-FFF2-40B4-BE49-F238E27FC236}">
                  <a16:creationId xmlns:a16="http://schemas.microsoft.com/office/drawing/2014/main" id="{9A001011-D375-8840-8EBF-070E544C735C}"/>
                </a:ext>
              </a:extLst>
            </p:cNvPr>
            <p:cNvSpPr/>
            <p:nvPr/>
          </p:nvSpPr>
          <p:spPr>
            <a:xfrm>
              <a:off x="10756900" y="4172978"/>
              <a:ext cx="1438174" cy="2692776"/>
            </a:xfrm>
            <a:custGeom>
              <a:avLst/>
              <a:gdLst>
                <a:gd name="connsiteX0" fmla="*/ 266700 w 1447800"/>
                <a:gd name="connsiteY0" fmla="*/ 0 h 2730500"/>
                <a:gd name="connsiteX1" fmla="*/ 317500 w 1447800"/>
                <a:gd name="connsiteY1" fmla="*/ 698500 h 2730500"/>
                <a:gd name="connsiteX2" fmla="*/ 0 w 1447800"/>
                <a:gd name="connsiteY2" fmla="*/ 749300 h 2730500"/>
                <a:gd name="connsiteX3" fmla="*/ 508000 w 1447800"/>
                <a:gd name="connsiteY3" fmla="*/ 1892300 h 2730500"/>
                <a:gd name="connsiteX4" fmla="*/ 1295400 w 1447800"/>
                <a:gd name="connsiteY4" fmla="*/ 2463800 h 2730500"/>
                <a:gd name="connsiteX5" fmla="*/ 1447800 w 1447800"/>
                <a:gd name="connsiteY5" fmla="*/ 2730500 h 2730500"/>
                <a:gd name="connsiteX6" fmla="*/ 1384300 w 1447800"/>
                <a:gd name="connsiteY6" fmla="*/ 2222500 h 2730500"/>
                <a:gd name="connsiteX7" fmla="*/ 1066800 w 1447800"/>
                <a:gd name="connsiteY7" fmla="*/ 1803400 h 2730500"/>
                <a:gd name="connsiteX8" fmla="*/ 1295400 w 1447800"/>
                <a:gd name="connsiteY8" fmla="*/ 1473200 h 2730500"/>
                <a:gd name="connsiteX9" fmla="*/ 1206500 w 1447800"/>
                <a:gd name="connsiteY9" fmla="*/ 609600 h 2730500"/>
                <a:gd name="connsiteX10" fmla="*/ 266700 w 1447800"/>
                <a:gd name="connsiteY10" fmla="*/ 0 h 2730500"/>
                <a:gd name="connsiteX0" fmla="*/ 307521 w 1447800"/>
                <a:gd name="connsiteY0" fmla="*/ 0 h 2722336"/>
                <a:gd name="connsiteX1" fmla="*/ 317500 w 1447800"/>
                <a:gd name="connsiteY1" fmla="*/ 690336 h 2722336"/>
                <a:gd name="connsiteX2" fmla="*/ 0 w 1447800"/>
                <a:gd name="connsiteY2" fmla="*/ 741136 h 2722336"/>
                <a:gd name="connsiteX3" fmla="*/ 508000 w 1447800"/>
                <a:gd name="connsiteY3" fmla="*/ 1884136 h 2722336"/>
                <a:gd name="connsiteX4" fmla="*/ 1295400 w 1447800"/>
                <a:gd name="connsiteY4" fmla="*/ 2455636 h 2722336"/>
                <a:gd name="connsiteX5" fmla="*/ 1447800 w 1447800"/>
                <a:gd name="connsiteY5" fmla="*/ 2722336 h 2722336"/>
                <a:gd name="connsiteX6" fmla="*/ 1384300 w 1447800"/>
                <a:gd name="connsiteY6" fmla="*/ 2214336 h 2722336"/>
                <a:gd name="connsiteX7" fmla="*/ 1066800 w 1447800"/>
                <a:gd name="connsiteY7" fmla="*/ 1795236 h 2722336"/>
                <a:gd name="connsiteX8" fmla="*/ 1295400 w 1447800"/>
                <a:gd name="connsiteY8" fmla="*/ 1465036 h 2722336"/>
                <a:gd name="connsiteX9" fmla="*/ 1206500 w 1447800"/>
                <a:gd name="connsiteY9" fmla="*/ 601436 h 2722336"/>
                <a:gd name="connsiteX10" fmla="*/ 307521 w 1447800"/>
                <a:gd name="connsiteY10" fmla="*/ 0 h 2722336"/>
                <a:gd name="connsiteX0" fmla="*/ 288954 w 1447800"/>
                <a:gd name="connsiteY0" fmla="*/ 0 h 2740902"/>
                <a:gd name="connsiteX1" fmla="*/ 317500 w 1447800"/>
                <a:gd name="connsiteY1" fmla="*/ 708902 h 2740902"/>
                <a:gd name="connsiteX2" fmla="*/ 0 w 1447800"/>
                <a:gd name="connsiteY2" fmla="*/ 759702 h 2740902"/>
                <a:gd name="connsiteX3" fmla="*/ 508000 w 1447800"/>
                <a:gd name="connsiteY3" fmla="*/ 1902702 h 2740902"/>
                <a:gd name="connsiteX4" fmla="*/ 1295400 w 1447800"/>
                <a:gd name="connsiteY4" fmla="*/ 2474202 h 2740902"/>
                <a:gd name="connsiteX5" fmla="*/ 1447800 w 1447800"/>
                <a:gd name="connsiteY5" fmla="*/ 2740902 h 2740902"/>
                <a:gd name="connsiteX6" fmla="*/ 1384300 w 1447800"/>
                <a:gd name="connsiteY6" fmla="*/ 2232902 h 2740902"/>
                <a:gd name="connsiteX7" fmla="*/ 1066800 w 1447800"/>
                <a:gd name="connsiteY7" fmla="*/ 1813802 h 2740902"/>
                <a:gd name="connsiteX8" fmla="*/ 1295400 w 1447800"/>
                <a:gd name="connsiteY8" fmla="*/ 1483602 h 2740902"/>
                <a:gd name="connsiteX9" fmla="*/ 1206500 w 1447800"/>
                <a:gd name="connsiteY9" fmla="*/ 620002 h 2740902"/>
                <a:gd name="connsiteX10" fmla="*/ 288954 w 1447800"/>
                <a:gd name="connsiteY10" fmla="*/ 0 h 2740902"/>
                <a:gd name="connsiteX0" fmla="*/ 288954 w 1438174"/>
                <a:gd name="connsiteY0" fmla="*/ 0 h 2692776"/>
                <a:gd name="connsiteX1" fmla="*/ 317500 w 1438174"/>
                <a:gd name="connsiteY1" fmla="*/ 708902 h 2692776"/>
                <a:gd name="connsiteX2" fmla="*/ 0 w 1438174"/>
                <a:gd name="connsiteY2" fmla="*/ 759702 h 2692776"/>
                <a:gd name="connsiteX3" fmla="*/ 508000 w 1438174"/>
                <a:gd name="connsiteY3" fmla="*/ 1902702 h 2692776"/>
                <a:gd name="connsiteX4" fmla="*/ 1295400 w 1438174"/>
                <a:gd name="connsiteY4" fmla="*/ 2474202 h 2692776"/>
                <a:gd name="connsiteX5" fmla="*/ 1438174 w 1438174"/>
                <a:gd name="connsiteY5" fmla="*/ 2692776 h 2692776"/>
                <a:gd name="connsiteX6" fmla="*/ 1384300 w 1438174"/>
                <a:gd name="connsiteY6" fmla="*/ 2232902 h 2692776"/>
                <a:gd name="connsiteX7" fmla="*/ 1066800 w 1438174"/>
                <a:gd name="connsiteY7" fmla="*/ 1813802 h 2692776"/>
                <a:gd name="connsiteX8" fmla="*/ 1295400 w 1438174"/>
                <a:gd name="connsiteY8" fmla="*/ 1483602 h 2692776"/>
                <a:gd name="connsiteX9" fmla="*/ 1206500 w 1438174"/>
                <a:gd name="connsiteY9" fmla="*/ 620002 h 2692776"/>
                <a:gd name="connsiteX10" fmla="*/ 288954 w 1438174"/>
                <a:gd name="connsiteY10" fmla="*/ 0 h 2692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38174" h="2692776">
                  <a:moveTo>
                    <a:pt x="288954" y="0"/>
                  </a:moveTo>
                  <a:lnTo>
                    <a:pt x="317500" y="708902"/>
                  </a:lnTo>
                  <a:lnTo>
                    <a:pt x="0" y="759702"/>
                  </a:lnTo>
                  <a:lnTo>
                    <a:pt x="508000" y="1902702"/>
                  </a:lnTo>
                  <a:lnTo>
                    <a:pt x="1295400" y="2474202"/>
                  </a:lnTo>
                  <a:lnTo>
                    <a:pt x="1438174" y="2692776"/>
                  </a:lnTo>
                  <a:lnTo>
                    <a:pt x="1384300" y="2232902"/>
                  </a:lnTo>
                  <a:lnTo>
                    <a:pt x="1066800" y="1813802"/>
                  </a:lnTo>
                  <a:lnTo>
                    <a:pt x="1295400" y="1483602"/>
                  </a:lnTo>
                  <a:lnTo>
                    <a:pt x="1206500" y="620002"/>
                  </a:lnTo>
                  <a:lnTo>
                    <a:pt x="288954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олилиния 18">
              <a:extLst>
                <a:ext uri="{FF2B5EF4-FFF2-40B4-BE49-F238E27FC236}">
                  <a16:creationId xmlns:a16="http://schemas.microsoft.com/office/drawing/2014/main" id="{2224E1A4-8603-F943-B388-2DE862A3E01D}"/>
                </a:ext>
              </a:extLst>
            </p:cNvPr>
            <p:cNvSpPr/>
            <p:nvPr/>
          </p:nvSpPr>
          <p:spPr>
            <a:xfrm>
              <a:off x="2743200" y="3521036"/>
              <a:ext cx="5432219" cy="3379829"/>
            </a:xfrm>
            <a:custGeom>
              <a:avLst/>
              <a:gdLst>
                <a:gd name="connsiteX0" fmla="*/ 0 w 6572250"/>
                <a:gd name="connsiteY0" fmla="*/ 4614863 h 4614863"/>
                <a:gd name="connsiteX1" fmla="*/ 1600200 w 6572250"/>
                <a:gd name="connsiteY1" fmla="*/ 3200400 h 4614863"/>
                <a:gd name="connsiteX2" fmla="*/ 2171700 w 6572250"/>
                <a:gd name="connsiteY2" fmla="*/ 3486150 h 4614863"/>
                <a:gd name="connsiteX3" fmla="*/ 3686175 w 6572250"/>
                <a:gd name="connsiteY3" fmla="*/ 1785938 h 4614863"/>
                <a:gd name="connsiteX4" fmla="*/ 4357688 w 6572250"/>
                <a:gd name="connsiteY4" fmla="*/ 2400300 h 4614863"/>
                <a:gd name="connsiteX5" fmla="*/ 6572250 w 6572250"/>
                <a:gd name="connsiteY5" fmla="*/ 0 h 4614863"/>
                <a:gd name="connsiteX0" fmla="*/ 0 w 5432219"/>
                <a:gd name="connsiteY0" fmla="*/ 3379829 h 3379829"/>
                <a:gd name="connsiteX1" fmla="*/ 1600200 w 5432219"/>
                <a:gd name="connsiteY1" fmla="*/ 1965366 h 3379829"/>
                <a:gd name="connsiteX2" fmla="*/ 2171700 w 5432219"/>
                <a:gd name="connsiteY2" fmla="*/ 2251116 h 3379829"/>
                <a:gd name="connsiteX3" fmla="*/ 3686175 w 5432219"/>
                <a:gd name="connsiteY3" fmla="*/ 550904 h 3379829"/>
                <a:gd name="connsiteX4" fmla="*/ 4357688 w 5432219"/>
                <a:gd name="connsiteY4" fmla="*/ 1165266 h 3379829"/>
                <a:gd name="connsiteX5" fmla="*/ 5432219 w 5432219"/>
                <a:gd name="connsiteY5" fmla="*/ 0 h 3379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432219" h="3379829">
                  <a:moveTo>
                    <a:pt x="0" y="3379829"/>
                  </a:moveTo>
                  <a:lnTo>
                    <a:pt x="1600200" y="1965366"/>
                  </a:lnTo>
                  <a:lnTo>
                    <a:pt x="2171700" y="2251116"/>
                  </a:lnTo>
                  <a:lnTo>
                    <a:pt x="3686175" y="550904"/>
                  </a:lnTo>
                  <a:lnTo>
                    <a:pt x="4357688" y="1165266"/>
                  </a:lnTo>
                  <a:lnTo>
                    <a:pt x="5432219" y="0"/>
                  </a:lnTo>
                </a:path>
              </a:pathLst>
            </a:custGeom>
            <a:noFill/>
            <a:ln w="69850">
              <a:solidFill>
                <a:schemeClr val="bg2"/>
              </a:solidFill>
              <a:tailEnd type="arrow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3" name="Текст 2">
            <a:extLst>
              <a:ext uri="{FF2B5EF4-FFF2-40B4-BE49-F238E27FC236}">
                <a16:creationId xmlns:a16="http://schemas.microsoft.com/office/drawing/2014/main" id="{56E9E17D-8AC1-D849-BA48-B5BEDC51172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16527" y="6359240"/>
            <a:ext cx="6575811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/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8" name="Прямая соединительная линия 27">
            <a:extLst>
              <a:ext uri="{FF2B5EF4-FFF2-40B4-BE49-F238E27FC236}">
                <a16:creationId xmlns:a16="http://schemas.microsoft.com/office/drawing/2014/main" id="{4AADF3D3-AFBC-6841-9B45-A7155C9C7F35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01C1EB4-C198-0746-96DB-5A1EAFFC2DD1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1"/>
                </a:solidFill>
              </a:rPr>
              <a:pPr algn="l"/>
              <a:t>‹#›</a:t>
            </a:fld>
            <a:endParaRPr lang="ru-RU" sz="1000" dirty="0">
              <a:solidFill>
                <a:schemeClr val="bg1"/>
              </a:solidFill>
            </a:endParaRPr>
          </a:p>
        </p:txBody>
      </p:sp>
      <p:sp>
        <p:nvSpPr>
          <p:cNvPr id="21" name="Нижний колонтитул 3">
            <a:extLst>
              <a:ext uri="{FF2B5EF4-FFF2-40B4-BE49-F238E27FC236}">
                <a16:creationId xmlns:a16="http://schemas.microsoft.com/office/drawing/2014/main" id="{602DFBC8-D0A1-8A45-8E2E-A3F064694E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3855" y="6356349"/>
            <a:ext cx="3385837" cy="36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600">
                <a:solidFill>
                  <a:schemeClr val="bg1"/>
                </a:solidFill>
              </a:defRPr>
            </a:lvl1pPr>
          </a:lstStyle>
          <a:p>
            <a:r>
              <a:rPr lang="ru-RU"/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  <a:endParaRPr lang="ru-RU" dirty="0"/>
          </a:p>
        </p:txBody>
      </p:sp>
      <p:pic>
        <p:nvPicPr>
          <p:cNvPr id="22" name="Рисунок 21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34392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ар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AE898A1B-0441-FF49-BF91-E55F48CBB76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9787011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0E299884-2EFC-A04C-81A3-D7BA8D9E87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9072000" cy="685801"/>
          </a:xfr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B1D2930A-E7E2-8F4B-BF00-D261DFFCEF5C}"/>
              </a:ext>
            </a:extLst>
          </p:cNvPr>
          <p:cNvCxnSpPr>
            <a:cxnSpLocks/>
          </p:cNvCxnSpPr>
          <p:nvPr userDrawn="1"/>
        </p:nvCxnSpPr>
        <p:spPr>
          <a:xfrm>
            <a:off x="662294" y="0"/>
            <a:ext cx="0" cy="99556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823468D-8EE1-1043-8933-8DFE1FA7BD1B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2"/>
                </a:solidFill>
              </a:rPr>
              <a:pPr algn="l"/>
              <a:t>‹#›</a:t>
            </a:fld>
            <a:endParaRPr lang="ru-RU" sz="1000" dirty="0">
              <a:solidFill>
                <a:schemeClr val="bg2"/>
              </a:solidFill>
            </a:endParaRPr>
          </a:p>
        </p:txBody>
      </p:sp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68084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Разделитель ">
    <p:bg>
      <p:bgPr>
        <a:gradFill>
          <a:gsLst>
            <a:gs pos="100000">
              <a:schemeClr val="accent1"/>
            </a:gs>
            <a:gs pos="0">
              <a:schemeClr val="accent3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Объект 1" hidden="1">
            <a:extLst>
              <a:ext uri="{FF2B5EF4-FFF2-40B4-BE49-F238E27FC236}">
                <a16:creationId xmlns:a16="http://schemas.microsoft.com/office/drawing/2014/main" id="{2B11F5C4-C9AA-4A48-8171-7867F8EF81C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0013423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2" name="Объект 1" hidden="1">
                        <a:extLst>
                          <a:ext uri="{FF2B5EF4-FFF2-40B4-BE49-F238E27FC236}">
                            <a16:creationId xmlns:a16="http://schemas.microsoft.com/office/drawing/2014/main" id="{2B11F5C4-C9AA-4A48-8171-7867F8EF81C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Текст 4">
            <a:extLst>
              <a:ext uri="{FF2B5EF4-FFF2-40B4-BE49-F238E27FC236}">
                <a16:creationId xmlns:a16="http://schemas.microsoft.com/office/drawing/2014/main" id="{708B971F-3431-8343-970C-119F9B8E97A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8515" y="1742133"/>
            <a:ext cx="5277485" cy="3719461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28000" b="1">
                <a:solidFill>
                  <a:schemeClr val="accent1">
                    <a:alpha val="3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dirty="0"/>
              <a:t>№</a:t>
            </a:r>
          </a:p>
        </p:txBody>
      </p:sp>
      <p:sp>
        <p:nvSpPr>
          <p:cNvPr id="12" name="Заголовок 16">
            <a:extLst>
              <a:ext uri="{FF2B5EF4-FFF2-40B4-BE49-F238E27FC236}">
                <a16:creationId xmlns:a16="http://schemas.microsoft.com/office/drawing/2014/main" id="{613E94BC-CCEB-784A-9FA5-B53A8B79B3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8514" y="4345936"/>
            <a:ext cx="7269418" cy="1263213"/>
          </a:xfrm>
        </p:spPr>
        <p:txBody>
          <a:bodyPr vert="horz" lIns="0" tIns="0" rIns="0" bIns="0" anchor="t">
            <a:normAutofit/>
          </a:bodyPr>
          <a:lstStyle>
            <a:lvl1pPr>
              <a:defRPr sz="40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 </a:t>
            </a:r>
            <a:br>
              <a:rPr lang="ru-RU" dirty="0"/>
            </a:br>
            <a:r>
              <a:rPr lang="ru-RU" dirty="0"/>
              <a:t>в две строки</a:t>
            </a:r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3C7EEA3C-D68A-5A41-9D32-181E2305EDAA}"/>
              </a:ext>
            </a:extLst>
          </p:cNvPr>
          <p:cNvGrpSpPr/>
          <p:nvPr userDrawn="1"/>
        </p:nvGrpSpPr>
        <p:grpSpPr>
          <a:xfrm>
            <a:off x="227165" y="4390517"/>
            <a:ext cx="361110" cy="371578"/>
            <a:chOff x="383279" y="3833472"/>
            <a:chExt cx="361110" cy="371578"/>
          </a:xfrm>
        </p:grpSpPr>
        <p:sp>
          <p:nvSpPr>
            <p:cNvPr id="16" name="Нашивка 15">
              <a:extLst>
                <a:ext uri="{FF2B5EF4-FFF2-40B4-BE49-F238E27FC236}">
                  <a16:creationId xmlns:a16="http://schemas.microsoft.com/office/drawing/2014/main" id="{2FBFD15A-7232-634E-B5E0-140D0D8906EC}"/>
                </a:ext>
              </a:extLst>
            </p:cNvPr>
            <p:cNvSpPr/>
            <p:nvPr/>
          </p:nvSpPr>
          <p:spPr>
            <a:xfrm>
              <a:off x="564906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7" name="Нашивка 16">
              <a:extLst>
                <a:ext uri="{FF2B5EF4-FFF2-40B4-BE49-F238E27FC236}">
                  <a16:creationId xmlns:a16="http://schemas.microsoft.com/office/drawing/2014/main" id="{22DEB5DA-DC02-B243-96C3-83890778DED2}"/>
                </a:ext>
              </a:extLst>
            </p:cNvPr>
            <p:cNvSpPr/>
            <p:nvPr/>
          </p:nvSpPr>
          <p:spPr>
            <a:xfrm>
              <a:off x="383279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11" y="246793"/>
            <a:ext cx="1048781" cy="42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78831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9EDB7-4B81-40C7-8AAF-EA11C612D3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80A46C-23D3-4D26-A06A-AEB9920FA0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95C791-BF69-4DC2-A799-2E7A2BB19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4163B-8EE3-4356-93B8-70F784CB301D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F91BDE-D4A5-469D-87CE-0F936649B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FBB942-A2A5-4306-9CDB-2E9E42657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E21BE2-32CF-4EBF-8381-064BF14514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4090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tags" Target="../tags/tag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oleObject" Target="../embeddings/oleObject1.bin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Объект 5" hidden="1">
            <a:extLst>
              <a:ext uri="{FF2B5EF4-FFF2-40B4-BE49-F238E27FC236}">
                <a16:creationId xmlns:a16="http://schemas.microsoft.com/office/drawing/2014/main" id="{261D4D59-CE6F-8946-8CEC-CFA017835EB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7"/>
            </p:custDataLst>
            <p:extLst>
              <p:ext uri="{D42A27DB-BD31-4B8C-83A1-F6EECF244321}">
                <p14:modId xmlns:p14="http://schemas.microsoft.com/office/powerpoint/2010/main" val="39588870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48" imgW="7772400" imgH="10058400" progId="TCLayout.ActiveDocument.1">
                  <p:embed/>
                </p:oleObj>
              </mc:Choice>
              <mc:Fallback>
                <p:oleObj name="Слайд think-cell" r:id="rId48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231664-1E76-6F48-B95F-1623FC4BAD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37504A0-B12C-F547-9F37-CD4801EB73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7A8C393-4B6E-B244-A9AE-C2BE3E519C6D}"/>
              </a:ext>
            </a:extLst>
          </p:cNvPr>
          <p:cNvSpPr/>
          <p:nvPr userDrawn="1"/>
        </p:nvSpPr>
        <p:spPr>
          <a:xfrm>
            <a:off x="7572836" y="6449182"/>
            <a:ext cx="3463636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ru-RU" sz="600" dirty="0">
                <a:solidFill>
                  <a:schemeClr val="bg2"/>
                </a:solidFill>
              </a:rPr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C382E046-203B-AE4C-B16E-8F7BEB498396}"/>
              </a:ext>
            </a:extLst>
          </p:cNvPr>
          <p:cNvCxnSpPr>
            <a:cxnSpLocks/>
          </p:cNvCxnSpPr>
          <p:nvPr userDrawn="1"/>
        </p:nvCxnSpPr>
        <p:spPr>
          <a:xfrm>
            <a:off x="11104840" y="6460250"/>
            <a:ext cx="0" cy="15902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9900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48" r:id="rId2"/>
    <p:sldLayoutId id="2147483731" r:id="rId3"/>
    <p:sldLayoutId id="2147483710" r:id="rId4"/>
    <p:sldLayoutId id="2147483732" r:id="rId5"/>
    <p:sldLayoutId id="2147483711" r:id="rId6"/>
    <p:sldLayoutId id="2147483733" r:id="rId7"/>
    <p:sldLayoutId id="2147483712" r:id="rId8"/>
    <p:sldLayoutId id="2147483734" r:id="rId9"/>
    <p:sldLayoutId id="2147483713" r:id="rId10"/>
    <p:sldLayoutId id="2147483735" r:id="rId11"/>
    <p:sldLayoutId id="2147483714" r:id="rId12"/>
    <p:sldLayoutId id="2147483736" r:id="rId13"/>
    <p:sldLayoutId id="2147483649" r:id="rId14"/>
    <p:sldLayoutId id="2147483715" r:id="rId15"/>
    <p:sldLayoutId id="2147483716" r:id="rId16"/>
    <p:sldLayoutId id="2147483717" r:id="rId17"/>
    <p:sldLayoutId id="2147483768" r:id="rId18"/>
    <p:sldLayoutId id="2147483719" r:id="rId19"/>
    <p:sldLayoutId id="2147483769" r:id="rId20"/>
    <p:sldLayoutId id="2147483722" r:id="rId21"/>
    <p:sldLayoutId id="2147483723" r:id="rId22"/>
    <p:sldLayoutId id="2147483724" r:id="rId23"/>
    <p:sldLayoutId id="2147483725" r:id="rId24"/>
    <p:sldLayoutId id="2147483767" r:id="rId25"/>
    <p:sldLayoutId id="2147483727" r:id="rId26"/>
    <p:sldLayoutId id="2147483770" r:id="rId27"/>
    <p:sldLayoutId id="2147483759" r:id="rId28"/>
    <p:sldLayoutId id="2147483728" r:id="rId29"/>
    <p:sldLayoutId id="2147483729" r:id="rId30"/>
    <p:sldLayoutId id="2147483730" r:id="rId31"/>
    <p:sldLayoutId id="2147483738" r:id="rId32"/>
    <p:sldLayoutId id="2147483739" r:id="rId33"/>
    <p:sldLayoutId id="2147483740" r:id="rId34"/>
    <p:sldLayoutId id="2147483741" r:id="rId35"/>
    <p:sldLayoutId id="2147483742" r:id="rId36"/>
    <p:sldLayoutId id="2147483743" r:id="rId37"/>
    <p:sldLayoutId id="2147483757" r:id="rId38"/>
    <p:sldLayoutId id="2147483744" r:id="rId39"/>
    <p:sldLayoutId id="2147483764" r:id="rId40"/>
    <p:sldLayoutId id="2147483765" r:id="rId41"/>
    <p:sldLayoutId id="2147483760" r:id="rId42"/>
    <p:sldLayoutId id="2147483761" r:id="rId43"/>
    <p:sldLayoutId id="2147483766" r:id="rId44"/>
    <p:sldLayoutId id="2147483771" r:id="rId45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06" userDrawn="1">
          <p15:clr>
            <a:srgbClr val="F26B43"/>
          </p15:clr>
        </p15:guide>
        <p15:guide id="2" pos="7174" userDrawn="1">
          <p15:clr>
            <a:srgbClr val="F26B43"/>
          </p15:clr>
        </p15:guide>
        <p15:guide id="3" orient="horz" pos="686" userDrawn="1">
          <p15:clr>
            <a:srgbClr val="F26B43"/>
          </p15:clr>
        </p15:guide>
        <p15:guide id="4" orient="horz" pos="3906" userDrawn="1">
          <p15:clr>
            <a:srgbClr val="F26B43"/>
          </p15:clr>
        </p15:guide>
        <p15:guide id="6" orient="horz" pos="84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C593C-4C6D-41BF-8594-DE87D3081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514" y="2958134"/>
            <a:ext cx="7711532" cy="1107996"/>
          </a:xfrm>
        </p:spPr>
        <p:txBody>
          <a:bodyPr/>
          <a:lstStyle/>
          <a:p>
            <a:r>
              <a:rPr lang="ru-RU" dirty="0"/>
              <a:t>Основы </a:t>
            </a:r>
            <a:r>
              <a:rPr lang="en-US" dirty="0"/>
              <a:t>SQL</a:t>
            </a:r>
            <a:br>
              <a:rPr lang="en-US" dirty="0"/>
            </a:br>
            <a:endParaRPr lang="en-US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9C1ED47-C9EC-E871-CD7A-2940AD1E024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69047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72C54-3F50-42D8-A44E-6B679E081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ru-RU" dirty="0"/>
              <a:t>Что такое </a:t>
            </a:r>
            <a:r>
              <a:rPr lang="en-US" dirty="0"/>
              <a:t>SQL</a:t>
            </a:r>
            <a:r>
              <a:rPr lang="ru-RU" dirty="0"/>
              <a:t> и </a:t>
            </a:r>
            <a:r>
              <a:rPr lang="en-US" dirty="0" err="1"/>
              <a:t>Postgresql</a:t>
            </a:r>
            <a:r>
              <a:rPr lang="en-US" dirty="0"/>
              <a:t>?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517F8C-0EC3-CB46-44D8-5A353FFF02D5}"/>
              </a:ext>
            </a:extLst>
          </p:cNvPr>
          <p:cNvSpPr txBox="1"/>
          <p:nvPr/>
        </p:nvSpPr>
        <p:spPr>
          <a:xfrm>
            <a:off x="437649" y="1618264"/>
            <a:ext cx="609700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SQL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(</a:t>
            </a:r>
            <a:r>
              <a:rPr lang="ru-RU" sz="1800" b="0" i="0" dirty="0" err="1">
                <a:solidFill>
                  <a:schemeClr val="tx1"/>
                </a:solidFill>
                <a:effectLst/>
                <a:latin typeface="+mn-lt"/>
              </a:rPr>
              <a:t>Structured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ru-RU" sz="1800" b="0" i="0" dirty="0" err="1">
                <a:solidFill>
                  <a:schemeClr val="tx1"/>
                </a:solidFill>
                <a:effectLst/>
                <a:latin typeface="+mn-lt"/>
              </a:rPr>
              <a:t>Query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Language) — язык, который является стандартом для работы с реляционными базами данных. </a:t>
            </a:r>
            <a:r>
              <a:rPr lang="ru-RU" sz="1800" b="1" i="0" dirty="0" err="1">
                <a:solidFill>
                  <a:schemeClr val="tx1"/>
                </a:solidFill>
                <a:effectLst/>
                <a:latin typeface="+mn-lt"/>
              </a:rPr>
              <a:t>PostgreSQL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 — одна из самых мощных и популярных открытых СУБД.</a:t>
            </a:r>
          </a:p>
        </p:txBody>
      </p:sp>
      <p:pic>
        <p:nvPicPr>
          <p:cNvPr id="8" name="Рисунок 7" descr="What is SQL and why is it beneficial for businesses?">
            <a:extLst>
              <a:ext uri="{FF2B5EF4-FFF2-40B4-BE49-F238E27FC236}">
                <a16:creationId xmlns:a16="http://schemas.microsoft.com/office/drawing/2014/main" id="{B6D11C1F-9305-CC86-4A25-62BB55BB46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984" y="3155277"/>
            <a:ext cx="4516485" cy="3001527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4708FF1-26AF-AB5E-12AD-D1C9DAAE87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0716" y="2218428"/>
            <a:ext cx="3506275" cy="3615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2037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3F28E-B0A9-7E35-B775-4A5F75955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275BC-16FE-17F8-75AE-83EDA648F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ru-RU" dirty="0"/>
              <a:t>Классификация </a:t>
            </a:r>
            <a:r>
              <a:rPr lang="ru-RU" dirty="0" err="1"/>
              <a:t>комманд</a:t>
            </a:r>
            <a:endParaRPr lang="en-US" dirty="0"/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9F8FCF38-7D6A-28C6-EFAA-A3275A3834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123484"/>
              </p:ext>
            </p:extLst>
          </p:nvPr>
        </p:nvGraphicFramePr>
        <p:xfrm>
          <a:off x="637674" y="1840864"/>
          <a:ext cx="10523620" cy="202914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55305">
                  <a:extLst>
                    <a:ext uri="{9D8B030D-6E8A-4147-A177-3AD203B41FA5}">
                      <a16:colId xmlns:a16="http://schemas.microsoft.com/office/drawing/2014/main" val="3627222087"/>
                    </a:ext>
                  </a:extLst>
                </a:gridCol>
                <a:gridCol w="2756105">
                  <a:extLst>
                    <a:ext uri="{9D8B030D-6E8A-4147-A177-3AD203B41FA5}">
                      <a16:colId xmlns:a16="http://schemas.microsoft.com/office/drawing/2014/main" val="2957637229"/>
                    </a:ext>
                  </a:extLst>
                </a:gridCol>
                <a:gridCol w="2756105">
                  <a:extLst>
                    <a:ext uri="{9D8B030D-6E8A-4147-A177-3AD203B41FA5}">
                      <a16:colId xmlns:a16="http://schemas.microsoft.com/office/drawing/2014/main" val="2583128268"/>
                    </a:ext>
                  </a:extLst>
                </a:gridCol>
                <a:gridCol w="2756105">
                  <a:extLst>
                    <a:ext uri="{9D8B030D-6E8A-4147-A177-3AD203B41FA5}">
                      <a16:colId xmlns:a16="http://schemas.microsoft.com/office/drawing/2014/main" val="1635262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 b="1">
                          <a:effectLst/>
                        </a:rPr>
                        <a:t>Группа</a:t>
                      </a:r>
                      <a:endParaRPr lang="ru-RU" sz="1125" b="1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 b="1">
                          <a:effectLst/>
                        </a:rPr>
                        <a:t>Расшифровка</a:t>
                      </a:r>
                      <a:endParaRPr lang="ru-RU" sz="1125" b="1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 b="1">
                          <a:effectLst/>
                        </a:rPr>
                        <a:t>Что делает</a:t>
                      </a:r>
                      <a:endParaRPr lang="ru-RU" sz="1125" b="1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 b="1" dirty="0">
                          <a:effectLst/>
                        </a:rPr>
                        <a:t>Примеры команд</a:t>
                      </a:r>
                      <a:endParaRPr lang="ru-RU" sz="1125" b="1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34061449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 b="1" i="1" u="sng" dirty="0">
                          <a:effectLst/>
                        </a:rPr>
                        <a:t>DDL</a:t>
                      </a:r>
                      <a:endParaRPr lang="ru-RU" sz="1125" b="1" i="1" u="sng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Data Definition Language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Определяет структуру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 dirty="0">
                          <a:effectLst/>
                        </a:rPr>
                        <a:t>CREATE</a:t>
                      </a:r>
                      <a:r>
                        <a:rPr lang="ru-RU" sz="1125" dirty="0">
                          <a:effectLst/>
                        </a:rPr>
                        <a:t>, </a:t>
                      </a:r>
                      <a:r>
                        <a:rPr lang="ru-RU" sz="975" dirty="0">
                          <a:effectLst/>
                        </a:rPr>
                        <a:t>ALTER</a:t>
                      </a:r>
                      <a:r>
                        <a:rPr lang="ru-RU" sz="1125" dirty="0">
                          <a:effectLst/>
                        </a:rPr>
                        <a:t>, </a:t>
                      </a:r>
                      <a:r>
                        <a:rPr lang="ru-RU" sz="975" dirty="0">
                          <a:effectLst/>
                        </a:rPr>
                        <a:t>DROP</a:t>
                      </a:r>
                      <a:endParaRPr lang="ru-RU" sz="1125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897613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 b="1" i="1" u="sng" dirty="0">
                          <a:effectLst/>
                        </a:rPr>
                        <a:t>DML</a:t>
                      </a:r>
                      <a:endParaRPr lang="ru-RU" sz="1125" b="1" i="1" u="sng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Data Manipulation Language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Работает с данными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>
                          <a:effectLst/>
                        </a:rPr>
                        <a:t>SELECT</a:t>
                      </a:r>
                      <a:r>
                        <a:rPr lang="ru-RU" sz="1125">
                          <a:effectLst/>
                        </a:rPr>
                        <a:t>, </a:t>
                      </a:r>
                      <a:r>
                        <a:rPr lang="ru-RU" sz="975">
                          <a:effectLst/>
                        </a:rPr>
                        <a:t>INSERT</a:t>
                      </a:r>
                      <a:r>
                        <a:rPr lang="ru-RU" sz="1125">
                          <a:effectLst/>
                        </a:rPr>
                        <a:t>, </a:t>
                      </a:r>
                      <a:r>
                        <a:rPr lang="ru-RU" sz="975">
                          <a:effectLst/>
                        </a:rPr>
                        <a:t>UPDATE</a:t>
                      </a:r>
                      <a:r>
                        <a:rPr lang="ru-RU" sz="1125">
                          <a:effectLst/>
                        </a:rPr>
                        <a:t>, </a:t>
                      </a:r>
                      <a:r>
                        <a:rPr lang="ru-RU" sz="975">
                          <a:effectLst/>
                        </a:rPr>
                        <a:t>DELETE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2059096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DCL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Data Control Language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Управляет правами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>
                          <a:effectLst/>
                        </a:rPr>
                        <a:t>GRANT</a:t>
                      </a:r>
                      <a:r>
                        <a:rPr lang="ru-RU" sz="1125">
                          <a:effectLst/>
                        </a:rPr>
                        <a:t>, </a:t>
                      </a:r>
                      <a:r>
                        <a:rPr lang="ru-RU" sz="975">
                          <a:effectLst/>
                        </a:rPr>
                        <a:t>REVOKE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8676815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TCL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Transaction Control Language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Управляет транзакциями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 dirty="0">
                          <a:effectLst/>
                        </a:rPr>
                        <a:t>COMMIT</a:t>
                      </a:r>
                      <a:r>
                        <a:rPr lang="ru-RU" sz="1125" dirty="0">
                          <a:effectLst/>
                        </a:rPr>
                        <a:t>, </a:t>
                      </a:r>
                      <a:r>
                        <a:rPr lang="ru-RU" sz="975" dirty="0">
                          <a:effectLst/>
                        </a:rPr>
                        <a:t>ROLLBACK</a:t>
                      </a:r>
                      <a:endParaRPr lang="ru-RU" sz="1125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1590484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38918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8ED2-89E0-3523-C109-A1BE97BD9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EFD66-8973-F44F-4E16-985D024AA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ru-RU" dirty="0"/>
              <a:t>Типы данных в </a:t>
            </a:r>
            <a:r>
              <a:rPr lang="en-US" dirty="0" err="1"/>
              <a:t>Postgresql</a:t>
            </a:r>
            <a:endParaRPr lang="en-US" dirty="0"/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56F2C395-62EE-9657-DF67-18D6938B56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3057052"/>
              </p:ext>
            </p:extLst>
          </p:nvPr>
        </p:nvGraphicFramePr>
        <p:xfrm>
          <a:off x="504750" y="1085683"/>
          <a:ext cx="5204235" cy="49902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4745">
                  <a:extLst>
                    <a:ext uri="{9D8B030D-6E8A-4147-A177-3AD203B41FA5}">
                      <a16:colId xmlns:a16="http://schemas.microsoft.com/office/drawing/2014/main" val="3810737870"/>
                    </a:ext>
                  </a:extLst>
                </a:gridCol>
                <a:gridCol w="1734745">
                  <a:extLst>
                    <a:ext uri="{9D8B030D-6E8A-4147-A177-3AD203B41FA5}">
                      <a16:colId xmlns:a16="http://schemas.microsoft.com/office/drawing/2014/main" val="1662914215"/>
                    </a:ext>
                  </a:extLst>
                </a:gridCol>
                <a:gridCol w="1734745">
                  <a:extLst>
                    <a:ext uri="{9D8B030D-6E8A-4147-A177-3AD203B41FA5}">
                      <a16:colId xmlns:a16="http://schemas.microsoft.com/office/drawing/2014/main" val="3402354713"/>
                    </a:ext>
                  </a:extLst>
                </a:gridCol>
              </a:tblGrid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 b="1">
                          <a:effectLst/>
                        </a:rPr>
                        <a:t>Тип</a:t>
                      </a:r>
                      <a:endParaRPr lang="ru-RU" sz="700" b="1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 b="1">
                          <a:effectLst/>
                        </a:rPr>
                        <a:t>Псевдоним</a:t>
                      </a:r>
                      <a:endParaRPr lang="ru-RU" sz="700" b="1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 b="1" dirty="0">
                          <a:effectLst/>
                        </a:rPr>
                        <a:t>Описание</a:t>
                      </a:r>
                      <a:endParaRPr lang="ru-RU" sz="700" b="1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extLst>
                  <a:ext uri="{0D108BD9-81ED-4DB2-BD59-A6C34878D82A}">
                    <a16:rowId xmlns:a16="http://schemas.microsoft.com/office/drawing/2014/main" val="2950471100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integer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int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Целое (4 байта)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57510" marT="59907" marB="59907" anchor="ctr"/>
                </a:tc>
                <a:extLst>
                  <a:ext uri="{0D108BD9-81ED-4DB2-BD59-A6C34878D82A}">
                    <a16:rowId xmlns:a16="http://schemas.microsoft.com/office/drawing/2014/main" val="1127133774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bigint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int8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Большое целое (8 байт)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57510" marT="59907" marB="59907" anchor="ctr"/>
                </a:tc>
                <a:extLst>
                  <a:ext uri="{0D108BD9-81ED-4DB2-BD59-A6C34878D82A}">
                    <a16:rowId xmlns:a16="http://schemas.microsoft.com/office/drawing/2014/main" val="4143733947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smallint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int2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Малое целое (2 байта)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57510" marT="59907" marB="59907" anchor="ctr"/>
                </a:tc>
                <a:extLst>
                  <a:ext uri="{0D108BD9-81ED-4DB2-BD59-A6C34878D82A}">
                    <a16:rowId xmlns:a16="http://schemas.microsoft.com/office/drawing/2014/main" val="3375806930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serial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serial4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Автоинкрементный </a:t>
                      </a:r>
                      <a:r>
                        <a:rPr lang="ru-RU" sz="600">
                          <a:effectLst/>
                        </a:rPr>
                        <a:t>integer</a:t>
                      </a:r>
                      <a:r>
                        <a:rPr lang="ru-RU" sz="700">
                          <a:effectLst/>
                        </a:rPr>
                        <a:t> (ID)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57510" marT="59907" marB="59907" anchor="ctr"/>
                </a:tc>
                <a:extLst>
                  <a:ext uri="{0D108BD9-81ED-4DB2-BD59-A6C34878D82A}">
                    <a16:rowId xmlns:a16="http://schemas.microsoft.com/office/drawing/2014/main" val="2578644784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bigserial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 dirty="0">
                          <a:effectLst/>
                        </a:rPr>
                        <a:t>serial8</a:t>
                      </a:r>
                      <a:endParaRPr lang="ru-RU" sz="700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Автоинкрементный </a:t>
                      </a:r>
                      <a:r>
                        <a:rPr lang="ru-RU" sz="600">
                          <a:effectLst/>
                        </a:rPr>
                        <a:t>bigint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57510" marT="59907" marB="59907" anchor="ctr"/>
                </a:tc>
                <a:extLst>
                  <a:ext uri="{0D108BD9-81ED-4DB2-BD59-A6C34878D82A}">
                    <a16:rowId xmlns:a16="http://schemas.microsoft.com/office/drawing/2014/main" val="844489581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numeric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decimal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Точное дробное (для денег)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57510" marT="59907" marB="59907" anchor="ctr"/>
                </a:tc>
                <a:extLst>
                  <a:ext uri="{0D108BD9-81ED-4DB2-BD59-A6C34878D82A}">
                    <a16:rowId xmlns:a16="http://schemas.microsoft.com/office/drawing/2014/main" val="2881909104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real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float4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Дробное (4 байта)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57510" marT="59907" marB="59907" anchor="ctr"/>
                </a:tc>
                <a:extLst>
                  <a:ext uri="{0D108BD9-81ED-4DB2-BD59-A6C34878D82A}">
                    <a16:rowId xmlns:a16="http://schemas.microsoft.com/office/drawing/2014/main" val="2697808486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double precision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float8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Дробное (8 байт)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57510" marT="59907" marB="59907" anchor="ctr"/>
                </a:tc>
                <a:extLst>
                  <a:ext uri="{0D108BD9-81ED-4DB2-BD59-A6C34878D82A}">
                    <a16:rowId xmlns:a16="http://schemas.microsoft.com/office/drawing/2014/main" val="3557140763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text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Строка без ограничения длины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57510" marT="59907" marB="59907" anchor="ctr"/>
                </a:tc>
                <a:extLst>
                  <a:ext uri="{0D108BD9-81ED-4DB2-BD59-A6C34878D82A}">
                    <a16:rowId xmlns:a16="http://schemas.microsoft.com/office/drawing/2014/main" val="279433083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varchar(n)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character varying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Строка с лимитом </a:t>
                      </a:r>
                      <a:r>
                        <a:rPr lang="ru-RU" sz="600">
                          <a:effectLst/>
                        </a:rPr>
                        <a:t>n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57510" marT="59907" marB="59907" anchor="ctr"/>
                </a:tc>
                <a:extLst>
                  <a:ext uri="{0D108BD9-81ED-4DB2-BD59-A6C34878D82A}">
                    <a16:rowId xmlns:a16="http://schemas.microsoft.com/office/drawing/2014/main" val="1590074175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char(n)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character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Строка фиксированной длины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57510" marT="59907" marB="59907" anchor="ctr"/>
                </a:tc>
                <a:extLst>
                  <a:ext uri="{0D108BD9-81ED-4DB2-BD59-A6C34878D82A}">
                    <a16:rowId xmlns:a16="http://schemas.microsoft.com/office/drawing/2014/main" val="857751415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date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Дата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57510" marT="59907" marB="59907" anchor="ctr"/>
                </a:tc>
                <a:extLst>
                  <a:ext uri="{0D108BD9-81ED-4DB2-BD59-A6C34878D82A}">
                    <a16:rowId xmlns:a16="http://schemas.microsoft.com/office/drawing/2014/main" val="2723352465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timestamp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Дата и время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57510" marT="59907" marB="59907" anchor="ctr"/>
                </a:tc>
                <a:extLst>
                  <a:ext uri="{0D108BD9-81ED-4DB2-BD59-A6C34878D82A}">
                    <a16:rowId xmlns:a16="http://schemas.microsoft.com/office/drawing/2014/main" val="862053356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timestamptz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timestamp with time zone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Дата и время с поясом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57510" marT="59907" marB="59907" anchor="ctr"/>
                </a:tc>
                <a:extLst>
                  <a:ext uri="{0D108BD9-81ED-4DB2-BD59-A6C34878D82A}">
                    <a16:rowId xmlns:a16="http://schemas.microsoft.com/office/drawing/2014/main" val="3045184992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time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Время суток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57510" marT="59907" marB="59907" anchor="ctr"/>
                </a:tc>
                <a:extLst>
                  <a:ext uri="{0D108BD9-81ED-4DB2-BD59-A6C34878D82A}">
                    <a16:rowId xmlns:a16="http://schemas.microsoft.com/office/drawing/2014/main" val="695919347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interval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 dirty="0">
                          <a:effectLst/>
                        </a:rPr>
                        <a:t>Промежуток времени</a:t>
                      </a:r>
                      <a:endParaRPr lang="ru-RU" sz="700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57510" marT="59907" marB="59907" anchor="ctr"/>
                </a:tc>
                <a:extLst>
                  <a:ext uri="{0D108BD9-81ED-4DB2-BD59-A6C34878D82A}">
                    <a16:rowId xmlns:a16="http://schemas.microsoft.com/office/drawing/2014/main" val="1907684709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AF284BE5-C36D-C5BB-8C1D-9F4602AE07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886641"/>
              </p:ext>
            </p:extLst>
          </p:nvPr>
        </p:nvGraphicFramePr>
        <p:xfrm>
          <a:off x="6350487" y="1392486"/>
          <a:ext cx="4460067" cy="449887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86689">
                  <a:extLst>
                    <a:ext uri="{9D8B030D-6E8A-4147-A177-3AD203B41FA5}">
                      <a16:colId xmlns:a16="http://schemas.microsoft.com/office/drawing/2014/main" val="1918246935"/>
                    </a:ext>
                  </a:extLst>
                </a:gridCol>
                <a:gridCol w="1486689">
                  <a:extLst>
                    <a:ext uri="{9D8B030D-6E8A-4147-A177-3AD203B41FA5}">
                      <a16:colId xmlns:a16="http://schemas.microsoft.com/office/drawing/2014/main" val="1587007922"/>
                    </a:ext>
                  </a:extLst>
                </a:gridCol>
                <a:gridCol w="1486689">
                  <a:extLst>
                    <a:ext uri="{9D8B030D-6E8A-4147-A177-3AD203B41FA5}">
                      <a16:colId xmlns:a16="http://schemas.microsoft.com/office/drawing/2014/main" val="3349443271"/>
                    </a:ext>
                  </a:extLst>
                </a:gridCol>
              </a:tblGrid>
              <a:tr h="25341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 b="1">
                          <a:effectLst/>
                        </a:rPr>
                        <a:t>Тип</a:t>
                      </a:r>
                      <a:endParaRPr lang="ru-RU" sz="700" b="1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6937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 b="1">
                          <a:effectLst/>
                        </a:rPr>
                        <a:t>Псевдоним</a:t>
                      </a:r>
                      <a:endParaRPr lang="ru-RU" sz="700" b="1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 b="1" dirty="0">
                          <a:effectLst/>
                        </a:rPr>
                        <a:t>Описание</a:t>
                      </a:r>
                      <a:endParaRPr lang="ru-RU" sz="700" b="1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extLst>
                  <a:ext uri="{0D108BD9-81ED-4DB2-BD59-A6C34878D82A}">
                    <a16:rowId xmlns:a16="http://schemas.microsoft.com/office/drawing/2014/main" val="1319962127"/>
                  </a:ext>
                </a:extLst>
              </a:tr>
              <a:tr h="25341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boolean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6937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bool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true</a:t>
                      </a:r>
                      <a:r>
                        <a:rPr lang="ru-RU" sz="700">
                          <a:effectLst/>
                        </a:rPr>
                        <a:t> / </a:t>
                      </a:r>
                      <a:r>
                        <a:rPr lang="ru-RU" sz="600">
                          <a:effectLst/>
                        </a:rPr>
                        <a:t>false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56937" marT="59309" marB="59309" anchor="ctr"/>
                </a:tc>
                <a:extLst>
                  <a:ext uri="{0D108BD9-81ED-4DB2-BD59-A6C34878D82A}">
                    <a16:rowId xmlns:a16="http://schemas.microsoft.com/office/drawing/2014/main" val="2802915832"/>
                  </a:ext>
                </a:extLst>
              </a:tr>
              <a:tr h="25341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json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6937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JSON текстом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56937" marT="59309" marB="59309" anchor="ctr"/>
                </a:tc>
                <a:extLst>
                  <a:ext uri="{0D108BD9-81ED-4DB2-BD59-A6C34878D82A}">
                    <a16:rowId xmlns:a16="http://schemas.microsoft.com/office/drawing/2014/main" val="1178240614"/>
                  </a:ext>
                </a:extLst>
              </a:tr>
              <a:tr h="401801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jsonb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6937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JSON бинарно (быстрее, индексируется)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56937" marT="59309" marB="59309" anchor="ctr"/>
                </a:tc>
                <a:extLst>
                  <a:ext uri="{0D108BD9-81ED-4DB2-BD59-A6C34878D82A}">
                    <a16:rowId xmlns:a16="http://schemas.microsoft.com/office/drawing/2014/main" val="3604914446"/>
                  </a:ext>
                </a:extLst>
              </a:tr>
              <a:tr h="25341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uuid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6937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Универсальный уникальный ID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56937" marT="59309" marB="59309" anchor="ctr"/>
                </a:tc>
                <a:extLst>
                  <a:ext uri="{0D108BD9-81ED-4DB2-BD59-A6C34878D82A}">
                    <a16:rowId xmlns:a16="http://schemas.microsoft.com/office/drawing/2014/main" val="1930631701"/>
                  </a:ext>
                </a:extLst>
              </a:tr>
              <a:tr h="25341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bytea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6937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Двоичные данные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56937" marT="59309" marB="59309" anchor="ctr"/>
                </a:tc>
                <a:extLst>
                  <a:ext uri="{0D108BD9-81ED-4DB2-BD59-A6C34878D82A}">
                    <a16:rowId xmlns:a16="http://schemas.microsoft.com/office/drawing/2014/main" val="2348258723"/>
                  </a:ext>
                </a:extLst>
              </a:tr>
              <a:tr h="25341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array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6937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Массив любого типа, напр. </a:t>
                      </a:r>
                      <a:r>
                        <a:rPr lang="ru-RU" sz="600">
                          <a:effectLst/>
                        </a:rPr>
                        <a:t>int[]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56937" marT="59309" marB="59309" anchor="ctr"/>
                </a:tc>
                <a:extLst>
                  <a:ext uri="{0D108BD9-81ED-4DB2-BD59-A6C34878D82A}">
                    <a16:rowId xmlns:a16="http://schemas.microsoft.com/office/drawing/2014/main" val="473081228"/>
                  </a:ext>
                </a:extLst>
              </a:tr>
              <a:tr h="25341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inet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6937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IP-адрес (IPv4/IPv6)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56937" marT="59309" marB="59309" anchor="ctr"/>
                </a:tc>
                <a:extLst>
                  <a:ext uri="{0D108BD9-81ED-4DB2-BD59-A6C34878D82A}">
                    <a16:rowId xmlns:a16="http://schemas.microsoft.com/office/drawing/2014/main" val="3438540190"/>
                  </a:ext>
                </a:extLst>
              </a:tr>
              <a:tr h="25341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cidr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6937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Сеть (IPv4/IPv6)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56937" marT="59309" marB="59309" anchor="ctr"/>
                </a:tc>
                <a:extLst>
                  <a:ext uri="{0D108BD9-81ED-4DB2-BD59-A6C34878D82A}">
                    <a16:rowId xmlns:a16="http://schemas.microsoft.com/office/drawing/2014/main" val="2373664744"/>
                  </a:ext>
                </a:extLst>
              </a:tr>
              <a:tr h="25341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macaddr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6937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MAC-адрес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56937" marT="59309" marB="59309" anchor="ctr"/>
                </a:tc>
                <a:extLst>
                  <a:ext uri="{0D108BD9-81ED-4DB2-BD59-A6C34878D82A}">
                    <a16:rowId xmlns:a16="http://schemas.microsoft.com/office/drawing/2014/main" val="4211804992"/>
                  </a:ext>
                </a:extLst>
              </a:tr>
              <a:tr h="25341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money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6937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Денежная сумма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56937" marT="59309" marB="59309" anchor="ctr"/>
                </a:tc>
                <a:extLst>
                  <a:ext uri="{0D108BD9-81ED-4DB2-BD59-A6C34878D82A}">
                    <a16:rowId xmlns:a16="http://schemas.microsoft.com/office/drawing/2014/main" val="2912830782"/>
                  </a:ext>
                </a:extLst>
              </a:tr>
              <a:tr h="25341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xml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6937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XML-данные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56937" marT="59309" marB="59309" anchor="ctr"/>
                </a:tc>
                <a:extLst>
                  <a:ext uri="{0D108BD9-81ED-4DB2-BD59-A6C34878D82A}">
                    <a16:rowId xmlns:a16="http://schemas.microsoft.com/office/drawing/2014/main" val="4201525561"/>
                  </a:ext>
                </a:extLst>
              </a:tr>
              <a:tr h="25341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tsvector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6937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Документ полнотекстового поиска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56937" marT="59309" marB="59309" anchor="ctr"/>
                </a:tc>
                <a:extLst>
                  <a:ext uri="{0D108BD9-81ED-4DB2-BD59-A6C34878D82A}">
                    <a16:rowId xmlns:a16="http://schemas.microsoft.com/office/drawing/2014/main" val="2671223854"/>
                  </a:ext>
                </a:extLst>
              </a:tr>
              <a:tr h="25341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tsquery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6937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Запрос полнотекстового поиска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56937" marT="59309" marB="59309" anchor="ctr"/>
                </a:tc>
                <a:extLst>
                  <a:ext uri="{0D108BD9-81ED-4DB2-BD59-A6C34878D82A}">
                    <a16:rowId xmlns:a16="http://schemas.microsoft.com/office/drawing/2014/main" val="3412405924"/>
                  </a:ext>
                </a:extLst>
              </a:tr>
              <a:tr h="25341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point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6937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Точка на плоскости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56937" marT="59309" marB="59309" anchor="ctr"/>
                </a:tc>
                <a:extLst>
                  <a:ext uri="{0D108BD9-81ED-4DB2-BD59-A6C34878D82A}">
                    <a16:rowId xmlns:a16="http://schemas.microsoft.com/office/drawing/2014/main" val="1756978689"/>
                  </a:ext>
                </a:extLst>
              </a:tr>
              <a:tr h="401801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enum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6937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 dirty="0">
                          <a:effectLst/>
                        </a:rPr>
                        <a:t>Пользовательский список значений</a:t>
                      </a:r>
                      <a:endParaRPr lang="ru-RU" sz="700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56937" marT="59309" marB="59309" anchor="ctr"/>
                </a:tc>
                <a:extLst>
                  <a:ext uri="{0D108BD9-81ED-4DB2-BD59-A6C34878D82A}">
                    <a16:rowId xmlns:a16="http://schemas.microsoft.com/office/drawing/2014/main" val="30398666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3985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4757B-93F4-F2C1-3DF3-D931BF8E4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57356-81E2-BC44-0B6A-53889C92A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en-US" dirty="0"/>
              <a:t>DDL</a:t>
            </a:r>
            <a:r>
              <a:rPr lang="ru-RU" dirty="0"/>
              <a:t>: </a:t>
            </a:r>
            <a:r>
              <a:rPr lang="en-US" dirty="0"/>
              <a:t>create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C5E921-4F27-063B-DD83-B72DDE94F2C1}"/>
              </a:ext>
            </a:extLst>
          </p:cNvPr>
          <p:cNvSpPr txBox="1"/>
          <p:nvPr/>
        </p:nvSpPr>
        <p:spPr>
          <a:xfrm>
            <a:off x="371474" y="3559987"/>
            <a:ext cx="609700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CREATE TABLE </a:t>
            </a:r>
            <a:r>
              <a:rPr lang="en-US" dirty="0"/>
              <a:t>university.</a:t>
            </a:r>
            <a:r>
              <a:rPr lang="ru-RU" dirty="0" err="1"/>
              <a:t>students</a:t>
            </a:r>
            <a:r>
              <a:rPr lang="ru-RU" dirty="0"/>
              <a:t> (</a:t>
            </a:r>
          </a:p>
          <a:p>
            <a:r>
              <a:rPr lang="ru-RU" dirty="0"/>
              <a:t>    </a:t>
            </a:r>
            <a:r>
              <a:rPr lang="ru-RU" dirty="0" err="1"/>
              <a:t>id</a:t>
            </a:r>
            <a:r>
              <a:rPr lang="ru-RU" dirty="0"/>
              <a:t>       SERIAL PRIMARY KEY,</a:t>
            </a:r>
          </a:p>
          <a:p>
            <a:r>
              <a:rPr lang="ru-RU" dirty="0"/>
              <a:t>    </a:t>
            </a:r>
            <a:r>
              <a:rPr lang="ru-RU" dirty="0" err="1"/>
              <a:t>name</a:t>
            </a:r>
            <a:r>
              <a:rPr lang="ru-RU" dirty="0"/>
              <a:t>     VARCHAR(100) NOT NULL,</a:t>
            </a:r>
          </a:p>
          <a:p>
            <a:r>
              <a:rPr lang="ru-RU" dirty="0"/>
              <a:t>    </a:t>
            </a:r>
            <a:r>
              <a:rPr lang="ru-RU" dirty="0" err="1"/>
              <a:t>age</a:t>
            </a:r>
            <a:r>
              <a:rPr lang="ru-RU" dirty="0"/>
              <a:t>      INT CHECK (</a:t>
            </a:r>
            <a:r>
              <a:rPr lang="ru-RU" dirty="0" err="1"/>
              <a:t>age</a:t>
            </a:r>
            <a:r>
              <a:rPr lang="ru-RU" dirty="0"/>
              <a:t> &gt;= 16),</a:t>
            </a:r>
          </a:p>
          <a:p>
            <a:r>
              <a:rPr lang="ru-RU" dirty="0"/>
              <a:t>    </a:t>
            </a:r>
            <a:r>
              <a:rPr lang="ru-RU" dirty="0" err="1"/>
              <a:t>city</a:t>
            </a:r>
            <a:r>
              <a:rPr lang="ru-RU" dirty="0"/>
              <a:t>     VARCHAR(100) DEFAULT 'Не указан',</a:t>
            </a:r>
          </a:p>
          <a:p>
            <a:r>
              <a:rPr lang="ru-RU" dirty="0"/>
              <a:t>    </a:t>
            </a:r>
            <a:r>
              <a:rPr lang="ru-RU" dirty="0" err="1"/>
              <a:t>email</a:t>
            </a:r>
            <a:r>
              <a:rPr lang="ru-RU" dirty="0"/>
              <a:t>    VARCHAR(150) UNIQUE</a:t>
            </a:r>
          </a:p>
          <a:p>
            <a:r>
              <a:rPr lang="ru-RU" dirty="0"/>
              <a:t>);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2D4D4A-B353-33BE-6653-44F118C0DF05}"/>
              </a:ext>
            </a:extLst>
          </p:cNvPr>
          <p:cNvSpPr txBox="1"/>
          <p:nvPr/>
        </p:nvSpPr>
        <p:spPr>
          <a:xfrm>
            <a:off x="443664" y="1152501"/>
            <a:ext cx="60970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/>
              <a:t>CREATE </a:t>
            </a:r>
            <a:r>
              <a:rPr lang="en-US" sz="1800" dirty="0"/>
              <a:t>database it_24107;</a:t>
            </a:r>
            <a:endParaRPr lang="ru-RU" sz="1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E2465A-398C-8EA7-F338-345B373ED802}"/>
              </a:ext>
            </a:extLst>
          </p:cNvPr>
          <p:cNvSpPr txBox="1"/>
          <p:nvPr/>
        </p:nvSpPr>
        <p:spPr>
          <a:xfrm>
            <a:off x="443664" y="2241575"/>
            <a:ext cx="60970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/>
              <a:t>CREATE </a:t>
            </a:r>
            <a:r>
              <a:rPr lang="en-US" sz="1800" dirty="0"/>
              <a:t>schema university;</a:t>
            </a:r>
            <a:endParaRPr lang="ru-RU" sz="1800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08FD3119-2EEF-FFA3-93FD-CC4CF9630D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449" y="1152501"/>
            <a:ext cx="5215941" cy="2171617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F0287D47-9C6A-ADA1-592C-B974853EB1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666" y="3469750"/>
            <a:ext cx="2543175" cy="270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1399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0D40D-683F-D4F4-0C6D-D66CE7B33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4CFCE-43FE-5BD0-558C-E4E8F1C47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en-US" dirty="0"/>
              <a:t>DDL</a:t>
            </a:r>
            <a:r>
              <a:rPr lang="ru-RU" dirty="0"/>
              <a:t>: </a:t>
            </a:r>
            <a:r>
              <a:rPr lang="en-US" dirty="0"/>
              <a:t>alter </a:t>
            </a:r>
            <a:r>
              <a:rPr lang="ru-RU" dirty="0"/>
              <a:t>и </a:t>
            </a:r>
            <a:r>
              <a:rPr lang="en-US" dirty="0"/>
              <a:t>drop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4AF1AF-C870-CB32-673F-6D9E02EDCA18}"/>
              </a:ext>
            </a:extLst>
          </p:cNvPr>
          <p:cNvSpPr txBox="1"/>
          <p:nvPr/>
        </p:nvSpPr>
        <p:spPr>
          <a:xfrm>
            <a:off x="154906" y="4883460"/>
            <a:ext cx="40561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DROP</a:t>
            </a:r>
            <a:r>
              <a:rPr lang="ru-RU" dirty="0"/>
              <a:t> TABLE </a:t>
            </a:r>
            <a:r>
              <a:rPr lang="en-US" dirty="0"/>
              <a:t>university.</a:t>
            </a:r>
            <a:r>
              <a:rPr lang="ru-RU" dirty="0" err="1"/>
              <a:t>students</a:t>
            </a:r>
            <a:r>
              <a:rPr lang="ru-RU" dirty="0"/>
              <a:t>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F392B4-D095-CC18-828B-8E030B626300}"/>
              </a:ext>
            </a:extLst>
          </p:cNvPr>
          <p:cNvSpPr txBox="1"/>
          <p:nvPr/>
        </p:nvSpPr>
        <p:spPr>
          <a:xfrm>
            <a:off x="209048" y="1266688"/>
            <a:ext cx="60970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ru-RU" dirty="0"/>
              <a:t>ALTER TABLE </a:t>
            </a:r>
            <a:r>
              <a:rPr lang="ru-RU" dirty="0" err="1"/>
              <a:t>students</a:t>
            </a:r>
            <a:r>
              <a:rPr lang="ru-RU" dirty="0"/>
              <a:t> ADD COLUMN </a:t>
            </a:r>
            <a:r>
              <a:rPr lang="ru-RU" dirty="0" err="1"/>
              <a:t>phone</a:t>
            </a:r>
            <a:r>
              <a:rPr lang="ru-RU" dirty="0"/>
              <a:t> VARCHAR(20);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F0CC74-3D03-1AA9-2271-3FA0A877BB0B}"/>
              </a:ext>
            </a:extLst>
          </p:cNvPr>
          <p:cNvSpPr txBox="1"/>
          <p:nvPr/>
        </p:nvSpPr>
        <p:spPr>
          <a:xfrm>
            <a:off x="154906" y="2426241"/>
            <a:ext cx="60970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ru-RU" dirty="0"/>
              <a:t>ALTER TABLE </a:t>
            </a:r>
            <a:r>
              <a:rPr lang="ru-RU" dirty="0" err="1"/>
              <a:t>students</a:t>
            </a:r>
            <a:r>
              <a:rPr lang="ru-RU" dirty="0"/>
              <a:t> DROP COLUMN </a:t>
            </a:r>
            <a:r>
              <a:rPr lang="ru-RU" dirty="0" err="1"/>
              <a:t>phone</a:t>
            </a:r>
            <a:r>
              <a:rPr lang="ru-RU" dirty="0"/>
              <a:t>;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5AC6D62-B7CE-DE40-3CA4-50D23822A5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8764" y="984958"/>
            <a:ext cx="1600200" cy="206692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50F15C1-07C6-2DC0-AB86-D4AC5C83B7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3237" y="3252787"/>
            <a:ext cx="5191125" cy="3095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22108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ABCB4-6B51-68EE-DA20-4D5AF73E3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A8AED-6EC0-60FB-D2EC-B42FB06CDE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en-US" dirty="0"/>
              <a:t>DML</a:t>
            </a:r>
            <a:r>
              <a:rPr lang="ru-RU" dirty="0"/>
              <a:t>: </a:t>
            </a:r>
            <a:r>
              <a:rPr lang="en-US" dirty="0"/>
              <a:t>insert </a:t>
            </a:r>
            <a:r>
              <a:rPr lang="ru-RU" dirty="0"/>
              <a:t>и </a:t>
            </a:r>
            <a:r>
              <a:rPr lang="en-US" dirty="0"/>
              <a:t>select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64AF23-B670-40C1-37EA-E5EFC7858901}"/>
              </a:ext>
            </a:extLst>
          </p:cNvPr>
          <p:cNvSpPr txBox="1"/>
          <p:nvPr/>
        </p:nvSpPr>
        <p:spPr>
          <a:xfrm>
            <a:off x="209048" y="1266688"/>
            <a:ext cx="609700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INSERT</a:t>
            </a:r>
            <a:r>
              <a:rPr lang="ru-RU" dirty="0"/>
              <a:t> </a:t>
            </a:r>
            <a:r>
              <a:rPr lang="ru-RU" b="1" dirty="0"/>
              <a:t>INTO</a:t>
            </a:r>
            <a:r>
              <a:rPr lang="ru-RU" dirty="0"/>
              <a:t> </a:t>
            </a:r>
            <a:r>
              <a:rPr lang="ru-RU" u="sng" dirty="0" err="1"/>
              <a:t>university.students</a:t>
            </a:r>
            <a:r>
              <a:rPr lang="ru-RU" dirty="0"/>
              <a:t> (</a:t>
            </a:r>
            <a:r>
              <a:rPr lang="ru-RU" b="1" dirty="0" err="1"/>
              <a:t>name</a:t>
            </a:r>
            <a:r>
              <a:rPr lang="ru-RU" dirty="0"/>
              <a:t>, </a:t>
            </a:r>
            <a:r>
              <a:rPr lang="ru-RU" dirty="0" err="1"/>
              <a:t>age</a:t>
            </a:r>
            <a:r>
              <a:rPr lang="ru-RU" dirty="0"/>
              <a:t>, </a:t>
            </a:r>
            <a:r>
              <a:rPr lang="ru-RU" dirty="0" err="1"/>
              <a:t>city</a:t>
            </a:r>
            <a:r>
              <a:rPr lang="ru-RU" dirty="0"/>
              <a:t>) </a:t>
            </a:r>
            <a:r>
              <a:rPr lang="ru-RU" b="1" dirty="0"/>
              <a:t>VALUES</a:t>
            </a:r>
            <a:endParaRPr lang="ru-RU" dirty="0"/>
          </a:p>
          <a:p>
            <a:r>
              <a:rPr lang="ru-RU" dirty="0"/>
              <a:t>('Иван', 22, 'Казань'),</a:t>
            </a:r>
          </a:p>
          <a:p>
            <a:r>
              <a:rPr lang="ru-RU" dirty="0"/>
              <a:t>('Мария', 19, 'Москва');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9ADD54-6849-6E53-8E1F-2A8EC73B3660}"/>
              </a:ext>
            </a:extLst>
          </p:cNvPr>
          <p:cNvSpPr txBox="1"/>
          <p:nvPr/>
        </p:nvSpPr>
        <p:spPr>
          <a:xfrm>
            <a:off x="275222" y="3088453"/>
            <a:ext cx="3201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SELECT * FROM 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students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;</a:t>
            </a:r>
            <a:endParaRPr lang="ru-RU" sz="975" b="0" dirty="0">
              <a:solidFill>
                <a:srgbClr val="F9FAFB"/>
              </a:solidFill>
              <a:effectLst/>
              <a:latin typeface="Menlo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C543F1-1EAA-8FA7-8E2A-EAD2D0D07B35}"/>
              </a:ext>
            </a:extLst>
          </p:cNvPr>
          <p:cNvSpPr txBox="1"/>
          <p:nvPr/>
        </p:nvSpPr>
        <p:spPr>
          <a:xfrm>
            <a:off x="275222" y="3786285"/>
            <a:ext cx="40260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SELECT 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name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, 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age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 FROM 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students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;</a:t>
            </a:r>
            <a:endParaRPr lang="ru-RU" sz="975" b="0" dirty="0">
              <a:solidFill>
                <a:srgbClr val="F9FAFB"/>
              </a:solidFill>
              <a:effectLst/>
              <a:latin typeface="Menlo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6C4D9E-033F-2BCE-61EB-16EB64CEE008}"/>
              </a:ext>
            </a:extLst>
          </p:cNvPr>
          <p:cNvSpPr txBox="1"/>
          <p:nvPr/>
        </p:nvSpPr>
        <p:spPr>
          <a:xfrm>
            <a:off x="199022" y="4777053"/>
            <a:ext cx="5896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SELECT 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name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, 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city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 FROM 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students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 WHERE 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age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 &gt; 20;</a:t>
            </a:r>
            <a:endParaRPr lang="ru-RU" sz="975" b="0" dirty="0">
              <a:solidFill>
                <a:srgbClr val="F9FAFB"/>
              </a:solidFill>
              <a:effectLst/>
              <a:latin typeface="Menlo"/>
            </a:endParaRP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2043ADA-9353-FE20-88B0-6E4F7A6F8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05" y="1614487"/>
            <a:ext cx="5191125" cy="3629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07359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E1484-E048-3943-C7B9-E0988057C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39041-6984-7F72-FE49-6516F6CA5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en-US" dirty="0"/>
              <a:t>select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430957-1B3D-F211-A21E-D6132B43D1FC}"/>
              </a:ext>
            </a:extLst>
          </p:cNvPr>
          <p:cNvSpPr txBox="1"/>
          <p:nvPr/>
        </p:nvSpPr>
        <p:spPr>
          <a:xfrm>
            <a:off x="808906" y="1238666"/>
            <a:ext cx="6097002" cy="1553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SELECT столбцы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FROM таблица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WHERE условие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GROUP BY столбцы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HAVING условие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ORDER BY столбцы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LIMIT количество;</a:t>
            </a:r>
            <a:endParaRPr lang="ru-RU" sz="975" b="0" dirty="0">
              <a:solidFill>
                <a:srgbClr val="F9FAFB"/>
              </a:solidFill>
              <a:effectLst/>
              <a:latin typeface="Menl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8FBB1F-B965-9323-B029-362AEFAA8BF3}"/>
              </a:ext>
            </a:extLst>
          </p:cNvPr>
          <p:cNvSpPr txBox="1"/>
          <p:nvPr/>
        </p:nvSpPr>
        <p:spPr>
          <a:xfrm>
            <a:off x="1731042" y="5031553"/>
            <a:ext cx="88868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1" dirty="0">
                <a:solidFill>
                  <a:srgbClr val="FF0000"/>
                </a:solidFill>
                <a:effectLst/>
                <a:latin typeface="+mn-lt"/>
              </a:rPr>
              <a:t>FROM → WHERE → GROUP BY → HAVING → SELECT → ORDER BY → LIMIT</a:t>
            </a:r>
            <a:endParaRPr lang="ru-RU" sz="975" b="1" dirty="0">
              <a:solidFill>
                <a:srgbClr val="FF0000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13835737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A0715-B8CD-E8B6-891E-8F63129DF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A6B4C-B05D-09AD-6525-5F82B4304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en-US" dirty="0"/>
              <a:t>where</a:t>
            </a: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F851AC84-E90D-739D-8E75-0061DF89A1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0089941"/>
              </p:ext>
            </p:extLst>
          </p:nvPr>
        </p:nvGraphicFramePr>
        <p:xfrm>
          <a:off x="2556711" y="1399855"/>
          <a:ext cx="7162800" cy="40582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7600">
                  <a:extLst>
                    <a:ext uri="{9D8B030D-6E8A-4147-A177-3AD203B41FA5}">
                      <a16:colId xmlns:a16="http://schemas.microsoft.com/office/drawing/2014/main" val="1561461440"/>
                    </a:ext>
                  </a:extLst>
                </a:gridCol>
                <a:gridCol w="2387600">
                  <a:extLst>
                    <a:ext uri="{9D8B030D-6E8A-4147-A177-3AD203B41FA5}">
                      <a16:colId xmlns:a16="http://schemas.microsoft.com/office/drawing/2014/main" val="2037709314"/>
                    </a:ext>
                  </a:extLst>
                </a:gridCol>
                <a:gridCol w="2387600">
                  <a:extLst>
                    <a:ext uri="{9D8B030D-6E8A-4147-A177-3AD203B41FA5}">
                      <a16:colId xmlns:a16="http://schemas.microsoft.com/office/drawing/2014/main" val="9413964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 b="1" dirty="0">
                          <a:effectLst/>
                        </a:rPr>
                        <a:t>Оператор</a:t>
                      </a:r>
                      <a:endParaRPr lang="ru-RU" sz="1125" b="1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 b="1">
                          <a:effectLst/>
                        </a:rPr>
                        <a:t>Значение</a:t>
                      </a:r>
                      <a:endParaRPr lang="ru-RU" sz="1125" b="1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 b="1" dirty="0">
                          <a:effectLst/>
                        </a:rPr>
                        <a:t>Пример</a:t>
                      </a:r>
                      <a:endParaRPr lang="ru-RU" sz="1125" b="1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4668574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>
                          <a:effectLst/>
                        </a:rPr>
                        <a:t>=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равно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 dirty="0">
                          <a:effectLst/>
                        </a:rPr>
                        <a:t>WHERE </a:t>
                      </a:r>
                      <a:r>
                        <a:rPr lang="ru-RU" sz="975" dirty="0" err="1">
                          <a:effectLst/>
                        </a:rPr>
                        <a:t>age</a:t>
                      </a:r>
                      <a:r>
                        <a:rPr lang="ru-RU" sz="975" dirty="0">
                          <a:effectLst/>
                        </a:rPr>
                        <a:t> = 20</a:t>
                      </a:r>
                      <a:endParaRPr lang="ru-RU" sz="1125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5832391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>
                          <a:effectLst/>
                        </a:rPr>
                        <a:t>&lt;&gt;</a:t>
                      </a:r>
                      <a:r>
                        <a:rPr lang="ru-RU" sz="1125">
                          <a:effectLst/>
                        </a:rPr>
                        <a:t> или </a:t>
                      </a:r>
                      <a:r>
                        <a:rPr lang="ru-RU" sz="975">
                          <a:effectLst/>
                        </a:rPr>
                        <a:t>!=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не равно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 dirty="0">
                          <a:effectLst/>
                        </a:rPr>
                        <a:t>WHERE </a:t>
                      </a:r>
                      <a:r>
                        <a:rPr lang="ru-RU" sz="975" dirty="0" err="1">
                          <a:effectLst/>
                        </a:rPr>
                        <a:t>city</a:t>
                      </a:r>
                      <a:r>
                        <a:rPr lang="ru-RU" sz="975" dirty="0">
                          <a:effectLst/>
                        </a:rPr>
                        <a:t> &lt;&gt; 'Москва'</a:t>
                      </a:r>
                      <a:endParaRPr lang="ru-RU" sz="1125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8387468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>
                          <a:effectLst/>
                        </a:rPr>
                        <a:t>&lt;</a:t>
                      </a:r>
                      <a:r>
                        <a:rPr lang="ru-RU" sz="1125">
                          <a:effectLst/>
                        </a:rPr>
                        <a:t>, </a:t>
                      </a:r>
                      <a:r>
                        <a:rPr lang="ru-RU" sz="975">
                          <a:effectLst/>
                        </a:rPr>
                        <a:t>&gt;</a:t>
                      </a:r>
                      <a:r>
                        <a:rPr lang="ru-RU" sz="1125">
                          <a:effectLst/>
                        </a:rPr>
                        <a:t>, </a:t>
                      </a:r>
                      <a:r>
                        <a:rPr lang="ru-RU" sz="975">
                          <a:effectLst/>
                        </a:rPr>
                        <a:t>&lt;=</a:t>
                      </a:r>
                      <a:r>
                        <a:rPr lang="ru-RU" sz="1125">
                          <a:effectLst/>
                        </a:rPr>
                        <a:t>, </a:t>
                      </a:r>
                      <a:r>
                        <a:rPr lang="ru-RU" sz="975">
                          <a:effectLst/>
                        </a:rPr>
                        <a:t>&gt;=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сравнение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 dirty="0">
                          <a:effectLst/>
                        </a:rPr>
                        <a:t>WHERE </a:t>
                      </a:r>
                      <a:r>
                        <a:rPr lang="ru-RU" sz="975" dirty="0" err="1">
                          <a:effectLst/>
                        </a:rPr>
                        <a:t>age</a:t>
                      </a:r>
                      <a:r>
                        <a:rPr lang="ru-RU" sz="975" dirty="0">
                          <a:effectLst/>
                        </a:rPr>
                        <a:t> &gt;= 18</a:t>
                      </a:r>
                      <a:endParaRPr lang="ru-RU" sz="1125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0578434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>
                          <a:effectLst/>
                        </a:rPr>
                        <a:t>AND</a:t>
                      </a:r>
                      <a:r>
                        <a:rPr lang="ru-RU" sz="1125">
                          <a:effectLst/>
                        </a:rPr>
                        <a:t>, </a:t>
                      </a:r>
                      <a:r>
                        <a:rPr lang="ru-RU" sz="975">
                          <a:effectLst/>
                        </a:rPr>
                        <a:t>OR</a:t>
                      </a:r>
                      <a:r>
                        <a:rPr lang="ru-RU" sz="1125">
                          <a:effectLst/>
                        </a:rPr>
                        <a:t>, </a:t>
                      </a:r>
                      <a:r>
                        <a:rPr lang="ru-RU" sz="975">
                          <a:effectLst/>
                        </a:rPr>
                        <a:t>NOT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логика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 dirty="0">
                          <a:effectLst/>
                        </a:rPr>
                        <a:t>WHERE </a:t>
                      </a:r>
                      <a:r>
                        <a:rPr lang="ru-RU" sz="975" dirty="0" err="1">
                          <a:effectLst/>
                        </a:rPr>
                        <a:t>age</a:t>
                      </a:r>
                      <a:r>
                        <a:rPr lang="ru-RU" sz="975" dirty="0">
                          <a:effectLst/>
                        </a:rPr>
                        <a:t> &gt; 18 AND </a:t>
                      </a:r>
                      <a:r>
                        <a:rPr lang="ru-RU" sz="975" dirty="0" err="1">
                          <a:effectLst/>
                        </a:rPr>
                        <a:t>city</a:t>
                      </a:r>
                      <a:r>
                        <a:rPr lang="ru-RU" sz="975" dirty="0">
                          <a:effectLst/>
                        </a:rPr>
                        <a:t> = 'Москва'</a:t>
                      </a:r>
                      <a:endParaRPr lang="ru-RU" sz="1125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809694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>
                          <a:effectLst/>
                        </a:rPr>
                        <a:t>BETWEEN ... AND ...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диапазон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 dirty="0">
                          <a:effectLst/>
                        </a:rPr>
                        <a:t>WHERE </a:t>
                      </a:r>
                      <a:r>
                        <a:rPr lang="ru-RU" sz="975" dirty="0" err="1">
                          <a:effectLst/>
                        </a:rPr>
                        <a:t>age</a:t>
                      </a:r>
                      <a:r>
                        <a:rPr lang="ru-RU" sz="975" dirty="0">
                          <a:effectLst/>
                        </a:rPr>
                        <a:t> BETWEEN 18 AND 25</a:t>
                      </a:r>
                      <a:endParaRPr lang="ru-RU" sz="1125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1823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>
                          <a:effectLst/>
                        </a:rPr>
                        <a:t>IN (...)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входит в список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 dirty="0">
                          <a:effectLst/>
                        </a:rPr>
                        <a:t>WHERE </a:t>
                      </a:r>
                      <a:r>
                        <a:rPr lang="ru-RU" sz="975" dirty="0" err="1">
                          <a:effectLst/>
                        </a:rPr>
                        <a:t>city</a:t>
                      </a:r>
                      <a:r>
                        <a:rPr lang="ru-RU" sz="975" dirty="0">
                          <a:effectLst/>
                        </a:rPr>
                        <a:t> IN ('Москва', 'Казань')</a:t>
                      </a:r>
                      <a:endParaRPr lang="ru-RU" sz="1125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7161270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>
                          <a:effectLst/>
                        </a:rPr>
                        <a:t>LIKE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шаблон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 dirty="0">
                          <a:effectLst/>
                        </a:rPr>
                        <a:t>WHERE </a:t>
                      </a:r>
                      <a:r>
                        <a:rPr lang="ru-RU" sz="975" dirty="0" err="1">
                          <a:effectLst/>
                        </a:rPr>
                        <a:t>name</a:t>
                      </a:r>
                      <a:r>
                        <a:rPr lang="ru-RU" sz="975" dirty="0">
                          <a:effectLst/>
                        </a:rPr>
                        <a:t> LIKE 'А%'</a:t>
                      </a:r>
                      <a:endParaRPr lang="ru-RU" sz="1125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4981358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>
                          <a:effectLst/>
                        </a:rPr>
                        <a:t>ILIKE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шаблон без учёта регистра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 dirty="0">
                          <a:effectLst/>
                        </a:rPr>
                        <a:t>WHERE </a:t>
                      </a:r>
                      <a:r>
                        <a:rPr lang="ru-RU" sz="975" dirty="0" err="1">
                          <a:effectLst/>
                        </a:rPr>
                        <a:t>name</a:t>
                      </a:r>
                      <a:r>
                        <a:rPr lang="ru-RU" sz="975" dirty="0">
                          <a:effectLst/>
                        </a:rPr>
                        <a:t> ILIKE 'анна'</a:t>
                      </a:r>
                      <a:endParaRPr lang="ru-RU" sz="1125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4278002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>
                          <a:effectLst/>
                        </a:rPr>
                        <a:t>IS NULL</a:t>
                      </a:r>
                      <a:r>
                        <a:rPr lang="ru-RU" sz="1125">
                          <a:effectLst/>
                        </a:rPr>
                        <a:t> / </a:t>
                      </a:r>
                      <a:r>
                        <a:rPr lang="ru-RU" sz="975">
                          <a:effectLst/>
                        </a:rPr>
                        <a:t>IS NOT NULL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проверка на NULL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 dirty="0">
                          <a:effectLst/>
                        </a:rPr>
                        <a:t>WHERE </a:t>
                      </a:r>
                      <a:r>
                        <a:rPr lang="ru-RU" sz="975" dirty="0" err="1">
                          <a:effectLst/>
                        </a:rPr>
                        <a:t>email</a:t>
                      </a:r>
                      <a:r>
                        <a:rPr lang="ru-RU" sz="975" dirty="0">
                          <a:effectLst/>
                        </a:rPr>
                        <a:t> IS NOT NULL</a:t>
                      </a:r>
                      <a:endParaRPr lang="ru-RU" sz="1125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5647988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957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71E83-92F3-1ACF-36DC-45752A5D7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52CFA-68E5-9903-61F1-6C6D49BC4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en-US" dirty="0"/>
              <a:t>DML: update </a:t>
            </a:r>
            <a:r>
              <a:rPr lang="ru-RU" dirty="0"/>
              <a:t>и </a:t>
            </a:r>
            <a:r>
              <a:rPr lang="en-US" dirty="0"/>
              <a:t>delete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0C7ABB-C58E-2856-6195-A1C59277692C}"/>
              </a:ext>
            </a:extLst>
          </p:cNvPr>
          <p:cNvSpPr txBox="1"/>
          <p:nvPr/>
        </p:nvSpPr>
        <p:spPr>
          <a:xfrm>
            <a:off x="619377" y="1029743"/>
            <a:ext cx="71770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UPDATE 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students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 SET 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city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 = 'Санкт-Петербург' WHERE 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id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 = 1;</a:t>
            </a:r>
            <a:endParaRPr lang="ru-RU" sz="975" b="0" dirty="0">
              <a:solidFill>
                <a:srgbClr val="F9FAFB"/>
              </a:solidFill>
              <a:effectLst/>
              <a:latin typeface="Menlo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2F018C9-7E66-3574-5D3A-5BF909C472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535" y="1508175"/>
            <a:ext cx="7177088" cy="192082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61088C-B792-434E-5BC0-5CECD23EAB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535" y="4368154"/>
            <a:ext cx="5070058" cy="236828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D74F456-AF42-E04D-DACE-A669FD2FE199}"/>
              </a:ext>
            </a:extLst>
          </p:cNvPr>
          <p:cNvSpPr txBox="1"/>
          <p:nvPr/>
        </p:nvSpPr>
        <p:spPr>
          <a:xfrm>
            <a:off x="679535" y="3756551"/>
            <a:ext cx="6097002" cy="284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DELETE FROM 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students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 WHERE 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age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 &lt; 18;</a:t>
            </a:r>
            <a:endParaRPr lang="ru-RU" sz="975" b="0" dirty="0">
              <a:solidFill>
                <a:srgbClr val="F9FAFB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29140740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3F3D4-1FCF-6E1C-0C72-C3EFAE2D2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1572C-460E-21F8-9BEC-058AF623B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ru-RU" dirty="0" err="1"/>
              <a:t>Аггрегация</a:t>
            </a:r>
            <a:r>
              <a:rPr lang="ru-RU" dirty="0"/>
              <a:t>: считаем и суммируем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B517FF-4D43-7EDE-67E0-09011ABD8745}"/>
              </a:ext>
            </a:extLst>
          </p:cNvPr>
          <p:cNvSpPr txBox="1"/>
          <p:nvPr/>
        </p:nvSpPr>
        <p:spPr>
          <a:xfrm>
            <a:off x="515853" y="1143065"/>
            <a:ext cx="6097002" cy="3152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Часто нужно не просто выбрать строки, а посчитать что-то по ним: сколько всего студентов, средний возраст, максимальная сумма заказа. Для этого есть </a:t>
            </a:r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агрегатные функции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:</a:t>
            </a:r>
          </a:p>
          <a:p>
            <a:pPr marL="0" marR="0" lvl="0" indent="-342900"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COUNT() — количество строк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SUM() — сумма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AVG() — среднее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MIN() — минимум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MAX() — максимум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STRING_AGG() — собрать строки в одну (специфично для </a:t>
            </a:r>
            <a:r>
              <a:rPr lang="ru-RU" sz="1800" b="0" i="0" dirty="0" err="1">
                <a:solidFill>
                  <a:schemeClr val="tx1"/>
                </a:solidFill>
                <a:effectLst/>
                <a:latin typeface="+mn-lt"/>
              </a:rPr>
              <a:t>PostgreSQL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, очень полезно)</a:t>
            </a:r>
            <a:endParaRPr lang="ru-RU" sz="1200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E49169A-8E70-3BFF-8824-D018251FDE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0571" y="2518992"/>
            <a:ext cx="6018797" cy="19289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E301618-123C-3F97-6E30-90C1D2A10AA1}"/>
              </a:ext>
            </a:extLst>
          </p:cNvPr>
          <p:cNvSpPr txBox="1"/>
          <p:nvPr/>
        </p:nvSpPr>
        <p:spPr>
          <a:xfrm>
            <a:off x="6094998" y="5068604"/>
            <a:ext cx="60970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Золотое правило: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всё, что в </a:t>
            </a:r>
            <a:r>
              <a:rPr lang="ru-RU" b="0" i="0" dirty="0">
                <a:solidFill>
                  <a:schemeClr val="tx1"/>
                </a:solidFill>
                <a:effectLst/>
                <a:latin typeface="+mn-lt"/>
              </a:rPr>
              <a:t>SELECT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не обёрнуто в агрегатную функцию, должно быть перечислено в </a:t>
            </a:r>
            <a:r>
              <a:rPr lang="ru-RU" b="0" i="0" dirty="0">
                <a:solidFill>
                  <a:schemeClr val="tx1"/>
                </a:solidFill>
                <a:effectLst/>
                <a:latin typeface="+mn-lt"/>
              </a:rPr>
              <a:t>GROUP BY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. Если нарушить — база выдаст ошибку.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266590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1C2BA-9A6D-8D94-C1F9-C19EEB440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F9600-EAD4-5F6F-CF03-A5C8417E37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en-US" dirty="0"/>
              <a:t>Having – </a:t>
            </a:r>
            <a:r>
              <a:rPr lang="ru-RU" dirty="0"/>
              <a:t>фильтр для групп</a:t>
            </a:r>
            <a:endParaRPr lang="en-US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0C640F5-BCD2-83C6-2B2D-3068D55F6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4332" y="3270083"/>
            <a:ext cx="5800725" cy="31813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27535C0-3773-1F87-4310-658A1429F743}"/>
              </a:ext>
            </a:extLst>
          </p:cNvPr>
          <p:cNvSpPr txBox="1"/>
          <p:nvPr/>
        </p:nvSpPr>
        <p:spPr>
          <a:xfrm>
            <a:off x="263191" y="1242743"/>
            <a:ext cx="6097002" cy="17261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Чем 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HAVING</a:t>
            </a:r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 отличается от</a:t>
            </a:r>
            <a:r>
              <a:rPr lang="en-US" sz="1800" b="1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US" b="1" dirty="0"/>
              <a:t>where</a:t>
            </a:r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?</a:t>
            </a:r>
            <a:r>
              <a:rPr lang="en-US" sz="1800" b="1" i="0" dirty="0">
                <a:solidFill>
                  <a:schemeClr val="tx1"/>
                </a:solidFill>
                <a:effectLst/>
                <a:latin typeface="+mn-lt"/>
              </a:rPr>
              <a:t>:</a:t>
            </a:r>
            <a:endParaRPr lang="en-US" b="1" dirty="0"/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sz="1800" b="1" i="0" dirty="0">
                <a:solidFill>
                  <a:schemeClr val="tx1"/>
                </a:solidFill>
                <a:effectLst/>
                <a:latin typeface="+mn-lt"/>
              </a:rPr>
              <a:t>- 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WHERE фильтрует </a:t>
            </a:r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строки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ru-RU" sz="1800" b="0" i="1" dirty="0">
                <a:solidFill>
                  <a:schemeClr val="tx1"/>
                </a:solidFill>
                <a:effectLst/>
                <a:latin typeface="+mn-lt"/>
              </a:rPr>
              <a:t>до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группировки.</a:t>
            </a:r>
          </a:p>
          <a:p>
            <a:pPr marR="0" lvl="0" algn="l">
              <a:spcBef>
                <a:spcPts val="450"/>
              </a:spcBef>
              <a:spcAft>
                <a:spcPts val="1200"/>
              </a:spcAft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- 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HAVING фильтрует </a:t>
            </a:r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группы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ru-RU" sz="1800" b="0" i="1" dirty="0">
                <a:solidFill>
                  <a:schemeClr val="tx1"/>
                </a:solidFill>
                <a:effectLst/>
                <a:latin typeface="+mn-lt"/>
              </a:rPr>
              <a:t>после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группировки, и с ним можно использовать агрегаты.</a:t>
            </a:r>
            <a:endParaRPr lang="ru-RU" sz="1200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31232854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A3888-E28F-2B26-15D7-2FFD109A2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8EA34-17BF-D602-47A3-DEEDA167E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ru-RU" dirty="0"/>
              <a:t>Вспоминаем математику за 5-6 класс</a:t>
            </a:r>
            <a:endParaRPr lang="en-US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8FC0B5B-588D-D756-3730-58DCCAF21A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50" y="1347287"/>
            <a:ext cx="5753100" cy="4524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9856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58B9C-2EB7-FE86-00EE-97898DA7C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B31FE-A1F8-79EA-77BC-C0862465C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en-US" dirty="0"/>
              <a:t>join – </a:t>
            </a:r>
            <a:r>
              <a:rPr lang="ru-RU" dirty="0"/>
              <a:t>соединение таблиц</a:t>
            </a:r>
            <a:endParaRPr lang="en-US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C9C722C-616A-1D91-1B99-83132CDAEF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9800" y="236622"/>
            <a:ext cx="4335879" cy="18983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4B339E3-98EC-B5B0-6749-D49394ED193A}"/>
              </a:ext>
            </a:extLst>
          </p:cNvPr>
          <p:cNvSpPr txBox="1"/>
          <p:nvPr/>
        </p:nvSpPr>
        <p:spPr>
          <a:xfrm>
            <a:off x="5948111" y="2202857"/>
            <a:ext cx="6097002" cy="22236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-342900"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 err="1">
                <a:solidFill>
                  <a:schemeClr val="tx1"/>
                </a:solidFill>
                <a:effectLst/>
                <a:latin typeface="+mn-lt"/>
              </a:rPr>
              <a:t>student_id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INT NOT NULL REFERENCES </a:t>
            </a:r>
            <a:r>
              <a:rPr lang="ru-RU" sz="1800" b="0" i="0" dirty="0" err="1">
                <a:solidFill>
                  <a:schemeClr val="tx1"/>
                </a:solidFill>
                <a:effectLst/>
                <a:latin typeface="+mn-lt"/>
              </a:rPr>
              <a:t>students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ru-RU" sz="1800" b="0" i="0" dirty="0" err="1">
                <a:solidFill>
                  <a:schemeClr val="tx1"/>
                </a:solidFill>
                <a:effectLst/>
                <a:latin typeface="+mn-lt"/>
              </a:rPr>
              <a:t>id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) — внешний ключ. Он гарантирует, что заказ может ссылаться только на существующего студента.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ON DELETE CASCADE — если студент будет удалён, все его заказы тоже удалятся. Это одна из стратегий ссылочной целостности </a:t>
            </a:r>
            <a:r>
              <a:rPr lang="ru-RU" sz="1800" b="0" i="0" dirty="0" err="1">
                <a:solidFill>
                  <a:schemeClr val="tx1"/>
                </a:solidFill>
                <a:effectLst/>
                <a:latin typeface="+mn-lt"/>
              </a:rPr>
              <a:t>PostgreSQL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NUMERIC(10, 2) — точный десятичный тип для денег (10 цифр всего, 2 после запятой). </a:t>
            </a:r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Важно: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для денег никогда не используйте FLOAT — он неточен.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 err="1">
                <a:solidFill>
                  <a:schemeClr val="tx1"/>
                </a:solidFill>
                <a:effectLst/>
                <a:latin typeface="+mn-lt"/>
              </a:rPr>
              <a:t>created_at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TIMESTAMPTZ DEFAULT NOW() — временная метка с часовым поясом, по умолчанию текущий момент.</a:t>
            </a:r>
            <a:endParaRPr lang="ru-RU" sz="1200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BAA393-1CA8-ADBC-AE5D-A3E8FC9EBFE0}"/>
              </a:ext>
            </a:extLst>
          </p:cNvPr>
          <p:cNvSpPr txBox="1"/>
          <p:nvPr/>
        </p:nvSpPr>
        <p:spPr>
          <a:xfrm>
            <a:off x="323349" y="757718"/>
            <a:ext cx="609700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До сих пор мы работали с одной таблицей. Но вся мощь реляционной модели — в </a:t>
            </a:r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связях между таблицами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. И тут на сцену выходит </a:t>
            </a:r>
            <a:r>
              <a:rPr lang="ru-RU" b="0" i="0" dirty="0">
                <a:solidFill>
                  <a:schemeClr val="tx1"/>
                </a:solidFill>
                <a:effectLst/>
                <a:latin typeface="+mn-lt"/>
              </a:rPr>
              <a:t>JOIN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</a:p>
          <a:p>
            <a:endParaRPr lang="ru-RU" dirty="0"/>
          </a:p>
          <a:p>
            <a:r>
              <a:rPr lang="ru-RU" dirty="0"/>
              <a:t>Заведем предварительно  еще одну таблицу (</a:t>
            </a:r>
            <a:br>
              <a:rPr lang="ru-RU" dirty="0"/>
            </a:br>
            <a:r>
              <a:rPr lang="ru-RU" dirty="0"/>
              <a:t>допустим, заказов в университетской столовой) –</a:t>
            </a:r>
            <a:br>
              <a:rPr lang="ru-RU" dirty="0"/>
            </a:br>
            <a:r>
              <a:rPr lang="en-US" b="1" dirty="0"/>
              <a:t>orders</a:t>
            </a:r>
            <a:r>
              <a:rPr lang="en-US" dirty="0"/>
              <a:t>.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0C863ED1-2480-89B4-B7F0-18EBDA7D5A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483" y="3513628"/>
            <a:ext cx="4397962" cy="2586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0431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E991E-CFF4-D634-ECF2-D9399FBCC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7BF08-206C-2043-A6DA-22725E21F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en-US" dirty="0"/>
              <a:t>Inner join – </a:t>
            </a:r>
            <a:r>
              <a:rPr lang="ru-RU" dirty="0"/>
              <a:t>только совпадения</a:t>
            </a:r>
            <a:endParaRPr lang="en-US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6E8BFD2-E780-3C2E-C165-4FE4ECB892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696" y="3332246"/>
            <a:ext cx="7658100" cy="31051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AFBE8E9-B332-0D24-C12C-9DADF20192F1}"/>
              </a:ext>
            </a:extLst>
          </p:cNvPr>
          <p:cNvSpPr txBox="1"/>
          <p:nvPr/>
        </p:nvSpPr>
        <p:spPr>
          <a:xfrm>
            <a:off x="1015165" y="934944"/>
            <a:ext cx="9072000" cy="1913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-342900"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s и o — </a:t>
            </a:r>
            <a:r>
              <a:rPr lang="ru-RU" sz="1800" b="0" i="0" dirty="0" err="1">
                <a:solidFill>
                  <a:schemeClr val="tx1"/>
                </a:solidFill>
                <a:effectLst/>
                <a:latin typeface="+mn-lt"/>
              </a:rPr>
              <a:t>алиасы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таблиц, чтобы не писать полные имена.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ON s.id = </a:t>
            </a:r>
            <a:r>
              <a:rPr lang="ru-RU" sz="1800" b="0" i="0" dirty="0" err="1">
                <a:solidFill>
                  <a:schemeClr val="tx1"/>
                </a:solidFill>
                <a:effectLst/>
                <a:latin typeface="+mn-lt"/>
              </a:rPr>
              <a:t>o.student_id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— условие соединения (по какому признаку связываем строки).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В результат попадут только те строки, где есть </a:t>
            </a:r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совпадение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в обеих таблицах. Если у студента нет заказов, он не попадёт в результат.</a:t>
            </a:r>
            <a:endParaRPr lang="ru-RU" sz="1200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9340607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1092AE-5A41-493A-253B-8943387E8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33E5B-5C7D-F07D-51A6-062CC4119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en-US" dirty="0"/>
              <a:t>left join – </a:t>
            </a:r>
            <a:r>
              <a:rPr lang="ru-RU" dirty="0"/>
              <a:t>все строки левой таблицы</a:t>
            </a:r>
            <a:endParaRPr lang="en-US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55FCF4C-A447-7985-9AFC-8C83917738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950" y="3900215"/>
            <a:ext cx="5646571" cy="267353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20B6115-C7A2-DFA7-A95A-0CAE606DE8ED}"/>
              </a:ext>
            </a:extLst>
          </p:cNvPr>
          <p:cNvSpPr txBox="1"/>
          <p:nvPr/>
        </p:nvSpPr>
        <p:spPr>
          <a:xfrm>
            <a:off x="347411" y="1790336"/>
            <a:ext cx="609700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Здесь в результат попадут </a:t>
            </a:r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все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студенты из левой таблицы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(</a:t>
            </a:r>
            <a:r>
              <a:rPr lang="en-US" dirty="0" err="1"/>
              <a:t>university.students</a:t>
            </a:r>
            <a:r>
              <a:rPr lang="en-US" dirty="0"/>
              <a:t>)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, даже если у них нет заказов. У таких студентов в столбце </a:t>
            </a:r>
            <a:r>
              <a:rPr lang="ru-RU" b="0" i="0" dirty="0" err="1">
                <a:solidFill>
                  <a:schemeClr val="tx1"/>
                </a:solidFill>
                <a:effectLst/>
                <a:latin typeface="+mn-lt"/>
              </a:rPr>
              <a:t>amount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будет </a:t>
            </a:r>
            <a:r>
              <a:rPr lang="ru-RU" b="0" i="0" dirty="0">
                <a:solidFill>
                  <a:schemeClr val="tx1"/>
                </a:solidFill>
                <a:effectLst/>
                <a:latin typeface="+mn-lt"/>
              </a:rPr>
              <a:t>NULL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. Это очень полезно, когда нужно найти, например, «студентов без заказов»: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067346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50E2E-1737-FA5B-49EE-F3025EA6E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08BB7-E0C4-DE7C-5AEA-A095F3625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en-US" dirty="0"/>
              <a:t>Right join – </a:t>
            </a:r>
            <a:r>
              <a:rPr lang="ru-RU" dirty="0"/>
              <a:t>все строки правой таблицы</a:t>
            </a:r>
            <a:endParaRPr lang="en-US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DA3EDE7-2966-B3FF-BC20-74EB46657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991" y="3165809"/>
            <a:ext cx="7391400" cy="302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4234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0E071-58F9-781A-8D24-57AE2D96B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4815A-955D-52CE-9916-96C890074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en-US" dirty="0"/>
              <a:t>Full outer join – </a:t>
            </a:r>
            <a:r>
              <a:rPr lang="ru-RU" dirty="0"/>
              <a:t>все строки с обеих сторон</a:t>
            </a:r>
            <a:endParaRPr lang="en-US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1A56D82-6658-D2B9-5940-712E665CD5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740" y="2578769"/>
            <a:ext cx="8048625" cy="327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2394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E6333-B749-7AB5-48A4-29C131F8D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8D102-1BD7-AFE1-61CE-D5DF187DCC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en-US" dirty="0"/>
              <a:t>Cross join – </a:t>
            </a:r>
            <a:r>
              <a:rPr lang="ru-RU" dirty="0"/>
              <a:t>перекрестное соединение</a:t>
            </a:r>
            <a:endParaRPr lang="en-US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7B5CD96-F131-30FE-0DF1-6985AD4813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856" y="2790574"/>
            <a:ext cx="9944100" cy="3743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7195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7D97B-3C64-F364-C826-E3378D7DF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374AB-BA07-D16F-F081-CB68F1A6BF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ru-RU" dirty="0"/>
              <a:t>Подзапросы: запрос внутри запроса 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5AACC9-D9B7-E6A5-62C1-0DA6718A5C08}"/>
              </a:ext>
            </a:extLst>
          </p:cNvPr>
          <p:cNvSpPr txBox="1"/>
          <p:nvPr/>
        </p:nvSpPr>
        <p:spPr>
          <a:xfrm>
            <a:off x="365459" y="1146784"/>
            <a:ext cx="60970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Иногда нужно использовать результат одного запроса внутри другого. Например: найти студентов, чей возраст выше среднего.</a:t>
            </a:r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B05F4FD-75A3-F876-5554-A9259A8549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48" y="2694122"/>
            <a:ext cx="5593932" cy="197180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2D1D297-99E4-BFF3-DF9F-E631E6BD985D}"/>
              </a:ext>
            </a:extLst>
          </p:cNvPr>
          <p:cNvSpPr txBox="1"/>
          <p:nvPr/>
        </p:nvSpPr>
        <p:spPr>
          <a:xfrm>
            <a:off x="732422" y="5117068"/>
            <a:ext cx="609700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Внутренний запрос </a:t>
            </a:r>
            <a:r>
              <a:rPr lang="ru-RU" b="0" i="0" dirty="0">
                <a:solidFill>
                  <a:schemeClr val="tx1"/>
                </a:solidFill>
                <a:effectLst/>
                <a:latin typeface="+mn-lt"/>
              </a:rPr>
              <a:t>(SELECT AVG(</a:t>
            </a:r>
            <a:r>
              <a:rPr lang="ru-RU" b="0" i="0" dirty="0" err="1">
                <a:solidFill>
                  <a:schemeClr val="tx1"/>
                </a:solidFill>
                <a:effectLst/>
                <a:latin typeface="+mn-lt"/>
              </a:rPr>
              <a:t>age</a:t>
            </a:r>
            <a:r>
              <a:rPr lang="ru-RU" b="0" i="0" dirty="0">
                <a:solidFill>
                  <a:schemeClr val="tx1"/>
                </a:solidFill>
                <a:effectLst/>
                <a:latin typeface="+mn-lt"/>
              </a:rPr>
              <a:t>) FROM </a:t>
            </a:r>
            <a:r>
              <a:rPr lang="ru-RU" b="0" i="0" dirty="0" err="1">
                <a:solidFill>
                  <a:schemeClr val="tx1"/>
                </a:solidFill>
                <a:effectLst/>
                <a:latin typeface="+mn-lt"/>
              </a:rPr>
              <a:t>students</a:t>
            </a:r>
            <a:r>
              <a:rPr lang="ru-RU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выполняется первым и возвращает одно число — средний возраст. Затем внешний запрос сравнивает с ним возраст каждого студента.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264914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462F1-CC9C-E7A6-B748-C1552F62C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31B97-8D32-6F7A-0026-48F6A6E93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ru-RU" dirty="0"/>
              <a:t>Подзапросы: запрос внутри запроса 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71739E-0845-1879-4AB9-4B730187AB4D}"/>
              </a:ext>
            </a:extLst>
          </p:cNvPr>
          <p:cNvSpPr txBox="1"/>
          <p:nvPr/>
        </p:nvSpPr>
        <p:spPr>
          <a:xfrm>
            <a:off x="588043" y="1357042"/>
            <a:ext cx="6097002" cy="11721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Подзапросы могут возвращать:</a:t>
            </a:r>
          </a:p>
          <a:p>
            <a:pPr marL="0" marR="0" lvl="0" indent="-342900"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одно значение (как в примере выше);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список значений (тогда используется с IN):</a:t>
            </a:r>
            <a:endParaRPr lang="ru-RU" sz="1200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C8B63BC-E195-5AD7-B375-C5062D387E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043" y="3317179"/>
            <a:ext cx="9858375" cy="3133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014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0F4EE-BCA6-457B-888D-ED6949ADC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31A0C-1C99-0C3D-9D64-DDB29993C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ru-RU" dirty="0"/>
              <a:t>Подзапросы: запрос внутри запроса 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EBCF5B-D745-50F1-3B7C-70975440687C}"/>
              </a:ext>
            </a:extLst>
          </p:cNvPr>
          <p:cNvSpPr txBox="1"/>
          <p:nvPr/>
        </p:nvSpPr>
        <p:spPr>
          <a:xfrm>
            <a:off x="750470" y="920280"/>
            <a:ext cx="60970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-342900"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целую таблицу (тогда ставится в FROM):</a:t>
            </a:r>
            <a:endParaRPr lang="ru-RU" sz="1200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4A44DDA-33C9-3F08-70E3-0B4BA92707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753" y="1400175"/>
            <a:ext cx="6934200" cy="382905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C2C971-39F9-2EBB-81E1-6AFE7E75FC83}"/>
              </a:ext>
            </a:extLst>
          </p:cNvPr>
          <p:cNvSpPr txBox="1"/>
          <p:nvPr/>
        </p:nvSpPr>
        <p:spPr>
          <a:xfrm>
            <a:off x="808906" y="5612459"/>
            <a:ext cx="609700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В </a:t>
            </a:r>
            <a:r>
              <a:rPr lang="ru-RU" sz="1800" b="0" i="0" dirty="0" err="1">
                <a:solidFill>
                  <a:schemeClr val="tx1"/>
                </a:solidFill>
                <a:effectLst/>
                <a:latin typeface="+mn-lt"/>
              </a:rPr>
              <a:t>PostgreSQL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у подзапроса в </a:t>
            </a:r>
            <a:r>
              <a:rPr lang="ru-RU" b="0" i="0" dirty="0">
                <a:solidFill>
                  <a:schemeClr val="tx1"/>
                </a:solidFill>
                <a:effectLst/>
                <a:latin typeface="+mn-lt"/>
              </a:rPr>
              <a:t>FROM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обязательно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должен быть </a:t>
            </a:r>
            <a:r>
              <a:rPr lang="ru-RU" sz="1800" b="0" i="0" dirty="0" err="1">
                <a:solidFill>
                  <a:schemeClr val="tx1"/>
                </a:solidFill>
                <a:effectLst/>
                <a:latin typeface="+mn-lt"/>
              </a:rPr>
              <a:t>алиас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(</a:t>
            </a:r>
            <a:r>
              <a:rPr lang="ru-RU" b="0" i="0" dirty="0" err="1">
                <a:solidFill>
                  <a:schemeClr val="tx1"/>
                </a:solidFill>
                <a:effectLst/>
                <a:latin typeface="+mn-lt"/>
              </a:rPr>
              <a:t>city_stats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в примере).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715381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B71BF-D890-991D-E76D-75889981B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F1FBA-ED68-5B7D-A892-383A643B2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en-US" dirty="0"/>
              <a:t>Exists – </a:t>
            </a:r>
            <a:r>
              <a:rPr lang="ru-RU" dirty="0"/>
              <a:t>проверка существования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531640-8A73-2AF4-10FB-2C1A5BA18155}"/>
              </a:ext>
            </a:extLst>
          </p:cNvPr>
          <p:cNvSpPr txBox="1"/>
          <p:nvPr/>
        </p:nvSpPr>
        <p:spPr>
          <a:xfrm>
            <a:off x="808906" y="1094601"/>
            <a:ext cx="609700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Отдельно стоит оператор </a:t>
            </a:r>
            <a:r>
              <a:rPr lang="ru-RU" b="0" i="0" dirty="0">
                <a:solidFill>
                  <a:schemeClr val="tx1"/>
                </a:solidFill>
                <a:effectLst/>
                <a:latin typeface="+mn-lt"/>
              </a:rPr>
              <a:t>EXISTS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. Он проверяет, возвращает ли подзапрос хотя бы одну строку:</a:t>
            </a: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B628F51-C542-9617-969B-77132D74E3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626" y="2174179"/>
            <a:ext cx="9583153" cy="198998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D1F9990-F531-5082-A1AA-DD017AFF1D3B}"/>
              </a:ext>
            </a:extLst>
          </p:cNvPr>
          <p:cNvSpPr txBox="1"/>
          <p:nvPr/>
        </p:nvSpPr>
        <p:spPr>
          <a:xfrm>
            <a:off x="808906" y="4884548"/>
            <a:ext cx="609700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Это так называемый </a:t>
            </a:r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коррелированный подзапрос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— он ссылается на </a:t>
            </a:r>
            <a:r>
              <a:rPr lang="ru-RU" b="0" i="0" dirty="0">
                <a:solidFill>
                  <a:schemeClr val="tx1"/>
                </a:solidFill>
                <a:effectLst/>
                <a:latin typeface="+mn-lt"/>
              </a:rPr>
              <a:t>s.id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из внешнего запроса. Читается как «есть ли хотя бы один заказ у этого студента».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444666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9720E7-E4F8-99E4-F1BB-34C378058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433B7-1BD5-74B8-CDE6-0B9FEA904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ru-RU" dirty="0"/>
              <a:t>Вопросы для самопроверки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A97F6B-CB7D-83F1-7EB1-7ADC579E3E51}"/>
              </a:ext>
            </a:extLst>
          </p:cNvPr>
          <p:cNvSpPr txBox="1"/>
          <p:nvPr/>
        </p:nvSpPr>
        <p:spPr>
          <a:xfrm>
            <a:off x="684294" y="1161048"/>
            <a:ext cx="8613079" cy="28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Чем WHERE отличается от HAVING?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В чём разница между INNER JOIN и LEFT JOIN?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Что произойдёт, если выполнить DELETE FROM </a:t>
            </a:r>
            <a:r>
              <a:rPr lang="ru-RU" sz="1800" b="0" i="0" dirty="0" err="1">
                <a:solidFill>
                  <a:schemeClr val="tx1"/>
                </a:solidFill>
                <a:effectLst/>
                <a:latin typeface="+mn-lt"/>
              </a:rPr>
              <a:t>students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; без WHERE?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Зачем нужны ограничения вроде NOT NULL и CHECK?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Почему для денег используют NUMERIC, а не FLOAT?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Что произойдёт при DROP TABLE </a:t>
            </a:r>
            <a:r>
              <a:rPr lang="ru-RU" sz="1800" b="0" i="0" dirty="0" err="1">
                <a:solidFill>
                  <a:schemeClr val="tx1"/>
                </a:solidFill>
                <a:effectLst/>
                <a:latin typeface="+mn-lt"/>
              </a:rPr>
              <a:t>students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;, если на неё ссылается </a:t>
            </a:r>
            <a:r>
              <a:rPr lang="ru-RU" sz="1800" b="0" i="0" dirty="0" err="1">
                <a:solidFill>
                  <a:schemeClr val="tx1"/>
                </a:solidFill>
                <a:effectLst/>
                <a:latin typeface="+mn-lt"/>
              </a:rPr>
              <a:t>orders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?</a:t>
            </a:r>
            <a:endParaRPr lang="ru-RU" sz="1200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40515776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C89E4-A2D8-FED5-34ED-1DB94CFB5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E00C22-34DA-B635-68F7-1A8636BB8A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ru-RU" dirty="0"/>
              <a:t>Материал к лабораторной работе №1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1D5C09-01A3-1CFC-D0AA-91643CB77D36}"/>
              </a:ext>
            </a:extLst>
          </p:cNvPr>
          <p:cNvSpPr txBox="1"/>
          <p:nvPr/>
        </p:nvSpPr>
        <p:spPr>
          <a:xfrm>
            <a:off x="744454" y="792245"/>
            <a:ext cx="60970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CREATE DATABASE lab1;</a:t>
            </a:r>
            <a:endParaRPr lang="ru-RU" sz="975" b="0" dirty="0">
              <a:solidFill>
                <a:srgbClr val="F9FAFB"/>
              </a:solidFill>
              <a:effectLst/>
              <a:latin typeface="Menlo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5128BD-C89E-97CB-CB1E-8C79F6614D88}"/>
              </a:ext>
            </a:extLst>
          </p:cNvPr>
          <p:cNvSpPr txBox="1"/>
          <p:nvPr/>
        </p:nvSpPr>
        <p:spPr>
          <a:xfrm>
            <a:off x="353427" y="1643368"/>
            <a:ext cx="6097002" cy="23801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Лабораторная имитирует базу данных университета. В ней </a:t>
            </a:r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пять таблиц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:</a:t>
            </a:r>
          </a:p>
          <a:p>
            <a:pPr marL="0" marR="0" lvl="0" indent="-342900"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 err="1">
                <a:solidFill>
                  <a:schemeClr val="tx1"/>
                </a:solidFill>
                <a:effectLst/>
                <a:latin typeface="+mn-lt"/>
              </a:rPr>
              <a:t>students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— студенты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 err="1">
                <a:solidFill>
                  <a:schemeClr val="tx1"/>
                </a:solidFill>
                <a:effectLst/>
                <a:latin typeface="+mn-lt"/>
              </a:rPr>
              <a:t>teachers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— преподаватели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 err="1">
                <a:solidFill>
                  <a:schemeClr val="tx1"/>
                </a:solidFill>
                <a:effectLst/>
                <a:latin typeface="+mn-lt"/>
              </a:rPr>
              <a:t>courses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— курсы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 err="1">
                <a:solidFill>
                  <a:schemeClr val="tx1"/>
                </a:solidFill>
                <a:effectLst/>
                <a:latin typeface="+mn-lt"/>
              </a:rPr>
              <a:t>enrollments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— записи студентов на курсы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 err="1">
                <a:solidFill>
                  <a:schemeClr val="tx1"/>
                </a:solidFill>
                <a:effectLst/>
                <a:latin typeface="+mn-lt"/>
              </a:rPr>
              <a:t>grades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— оценки студентов по курсам</a:t>
            </a:r>
            <a:endParaRPr lang="ru-RU" sz="1200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8064AC-CE88-C92E-8203-A96D9D1775D7}"/>
              </a:ext>
            </a:extLst>
          </p:cNvPr>
          <p:cNvSpPr txBox="1"/>
          <p:nvPr/>
        </p:nvSpPr>
        <p:spPr>
          <a:xfrm>
            <a:off x="7999496" y="1808383"/>
            <a:ext cx="2943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Схема связей:</a:t>
            </a:r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203BA8-EF5B-28ED-2568-D23C8954324C}"/>
              </a:ext>
            </a:extLst>
          </p:cNvPr>
          <p:cNvSpPr txBox="1"/>
          <p:nvPr/>
        </p:nvSpPr>
        <p:spPr>
          <a:xfrm>
            <a:off x="5863892" y="2659506"/>
            <a:ext cx="609700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teachers</a:t>
            </a:r>
            <a:r>
              <a:rPr lang="ru-RU" dirty="0"/>
              <a:t> (1) ───&lt; </a:t>
            </a:r>
            <a:r>
              <a:rPr lang="ru-RU" dirty="0" err="1"/>
              <a:t>courses</a:t>
            </a:r>
            <a:r>
              <a:rPr lang="ru-RU" dirty="0"/>
              <a:t> (1) ───&lt; </a:t>
            </a:r>
            <a:r>
              <a:rPr lang="ru-RU" dirty="0" err="1"/>
              <a:t>enrollments</a:t>
            </a:r>
            <a:r>
              <a:rPr lang="ru-RU" dirty="0"/>
              <a:t> &gt;─── (1) </a:t>
            </a:r>
            <a:r>
              <a:rPr lang="ru-RU" dirty="0" err="1"/>
              <a:t>students</a:t>
            </a:r>
            <a:endParaRPr lang="ru-RU" dirty="0"/>
          </a:p>
          <a:p>
            <a:r>
              <a:rPr lang="ru-RU" dirty="0"/>
              <a:t>                                          │</a:t>
            </a:r>
          </a:p>
          <a:p>
            <a:r>
              <a:rPr lang="ru-RU" dirty="0"/>
              <a:t>                                          └───&lt; </a:t>
            </a:r>
            <a:r>
              <a:rPr lang="ru-RU" dirty="0" err="1"/>
              <a:t>grades</a:t>
            </a:r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0D1DA2-2BF3-B268-1B3B-80AD727A1A47}"/>
              </a:ext>
            </a:extLst>
          </p:cNvPr>
          <p:cNvSpPr txBox="1"/>
          <p:nvPr/>
        </p:nvSpPr>
        <p:spPr>
          <a:xfrm>
            <a:off x="5533022" y="4010456"/>
            <a:ext cx="6658978" cy="2408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-342900"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Один преподаватель ведёт несколько курсов.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На один курс записано много студентов (через </a:t>
            </a:r>
            <a:r>
              <a:rPr lang="ru-RU" sz="1800" b="0" i="0" dirty="0" err="1">
                <a:solidFill>
                  <a:schemeClr val="tx1"/>
                </a:solidFill>
                <a:effectLst/>
                <a:latin typeface="+mn-lt"/>
              </a:rPr>
              <a:t>enrollments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).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Один студент может быть записан на много курсов.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У каждого студента по каждому курсу может быть одна или несколько оценок.</a:t>
            </a:r>
            <a:endParaRPr lang="ru-RU" sz="1200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8215564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1FB20-A190-61C3-7D30-D12430716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A47F9-1224-8379-3B17-B255C1992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ru-RU" dirty="0"/>
              <a:t>Материал к лабораторной работе №1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F46684-FE5E-C78D-13C9-492E440F98D6}"/>
              </a:ext>
            </a:extLst>
          </p:cNvPr>
          <p:cNvSpPr txBox="1"/>
          <p:nvPr/>
        </p:nvSpPr>
        <p:spPr>
          <a:xfrm>
            <a:off x="365459" y="1058232"/>
            <a:ext cx="3695200" cy="4431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00" dirty="0"/>
              <a:t>-- Преподаватели</a:t>
            </a:r>
          </a:p>
          <a:p>
            <a:r>
              <a:rPr lang="ru-RU" sz="600" dirty="0"/>
              <a:t>CREATE TABLE </a:t>
            </a:r>
            <a:r>
              <a:rPr lang="ru-RU" sz="600" dirty="0" err="1"/>
              <a:t>teachers</a:t>
            </a:r>
            <a:r>
              <a:rPr lang="ru-RU" sz="600" dirty="0"/>
              <a:t> (</a:t>
            </a:r>
          </a:p>
          <a:p>
            <a:r>
              <a:rPr lang="ru-RU" sz="600" dirty="0"/>
              <a:t>    </a:t>
            </a:r>
            <a:r>
              <a:rPr lang="ru-RU" sz="600" dirty="0" err="1"/>
              <a:t>id</a:t>
            </a:r>
            <a:r>
              <a:rPr lang="ru-RU" sz="600" dirty="0"/>
              <a:t>          SERIAL PRIMARY KEY,</a:t>
            </a:r>
          </a:p>
          <a:p>
            <a:r>
              <a:rPr lang="ru-RU" sz="600" dirty="0"/>
              <a:t>    </a:t>
            </a:r>
            <a:r>
              <a:rPr lang="ru-RU" sz="600" dirty="0" err="1"/>
              <a:t>full_name</a:t>
            </a:r>
            <a:r>
              <a:rPr lang="ru-RU" sz="600" dirty="0"/>
              <a:t>   VARCHAR(150) NOT NULL,</a:t>
            </a:r>
          </a:p>
          <a:p>
            <a:r>
              <a:rPr lang="ru-RU" sz="600" dirty="0"/>
              <a:t>    </a:t>
            </a:r>
            <a:r>
              <a:rPr lang="ru-RU" sz="600" dirty="0" err="1"/>
              <a:t>department</a:t>
            </a:r>
            <a:r>
              <a:rPr lang="ru-RU" sz="600" dirty="0"/>
              <a:t>  VARCHAR(100) NOT NULL,</a:t>
            </a:r>
          </a:p>
          <a:p>
            <a:r>
              <a:rPr lang="ru-RU" sz="600" dirty="0"/>
              <a:t>    </a:t>
            </a:r>
            <a:r>
              <a:rPr lang="ru-RU" sz="600" dirty="0" err="1"/>
              <a:t>hire_date</a:t>
            </a:r>
            <a:r>
              <a:rPr lang="ru-RU" sz="600" dirty="0"/>
              <a:t>   DATE NOT NULL,</a:t>
            </a:r>
          </a:p>
          <a:p>
            <a:r>
              <a:rPr lang="ru-RU" sz="600" dirty="0"/>
              <a:t>    </a:t>
            </a:r>
            <a:r>
              <a:rPr lang="ru-RU" sz="600" dirty="0" err="1"/>
              <a:t>salary</a:t>
            </a:r>
            <a:r>
              <a:rPr lang="ru-RU" sz="600" dirty="0"/>
              <a:t>      NUMERIC(10, 2) NOT NULL CHECK (</a:t>
            </a:r>
            <a:r>
              <a:rPr lang="ru-RU" sz="600" dirty="0" err="1"/>
              <a:t>salary</a:t>
            </a:r>
            <a:r>
              <a:rPr lang="ru-RU" sz="600" dirty="0"/>
              <a:t> &gt; 0)</a:t>
            </a:r>
          </a:p>
          <a:p>
            <a:r>
              <a:rPr lang="ru-RU" sz="600" dirty="0"/>
              <a:t>);</a:t>
            </a:r>
          </a:p>
          <a:p>
            <a:endParaRPr lang="ru-RU" sz="600" dirty="0"/>
          </a:p>
          <a:p>
            <a:r>
              <a:rPr lang="ru-RU" sz="600" dirty="0"/>
              <a:t>-- Студенты</a:t>
            </a:r>
          </a:p>
          <a:p>
            <a:r>
              <a:rPr lang="ru-RU" sz="600" dirty="0"/>
              <a:t>CREATE TABLE </a:t>
            </a:r>
            <a:r>
              <a:rPr lang="ru-RU" sz="600" dirty="0" err="1"/>
              <a:t>students</a:t>
            </a:r>
            <a:r>
              <a:rPr lang="ru-RU" sz="600" dirty="0"/>
              <a:t> (</a:t>
            </a:r>
          </a:p>
          <a:p>
            <a:r>
              <a:rPr lang="ru-RU" sz="600" dirty="0"/>
              <a:t>    </a:t>
            </a:r>
            <a:r>
              <a:rPr lang="ru-RU" sz="600" dirty="0" err="1"/>
              <a:t>id</a:t>
            </a:r>
            <a:r>
              <a:rPr lang="ru-RU" sz="600" dirty="0"/>
              <a:t>           SERIAL PRIMARY KEY,</a:t>
            </a:r>
          </a:p>
          <a:p>
            <a:r>
              <a:rPr lang="ru-RU" sz="600" dirty="0"/>
              <a:t>    </a:t>
            </a:r>
            <a:r>
              <a:rPr lang="ru-RU" sz="600" dirty="0" err="1"/>
              <a:t>full_name</a:t>
            </a:r>
            <a:r>
              <a:rPr lang="ru-RU" sz="600" dirty="0"/>
              <a:t>    VARCHAR(150) NOT NULL,</a:t>
            </a:r>
          </a:p>
          <a:p>
            <a:r>
              <a:rPr lang="ru-RU" sz="600" dirty="0"/>
              <a:t>    </a:t>
            </a:r>
            <a:r>
              <a:rPr lang="ru-RU" sz="600" dirty="0" err="1"/>
              <a:t>birth_date</a:t>
            </a:r>
            <a:r>
              <a:rPr lang="ru-RU" sz="600" dirty="0"/>
              <a:t>   DATE NOT NULL,</a:t>
            </a:r>
          </a:p>
          <a:p>
            <a:r>
              <a:rPr lang="ru-RU" sz="600" dirty="0"/>
              <a:t>    </a:t>
            </a:r>
            <a:r>
              <a:rPr lang="ru-RU" sz="600" dirty="0" err="1"/>
              <a:t>city</a:t>
            </a:r>
            <a:r>
              <a:rPr lang="ru-RU" sz="600" dirty="0"/>
              <a:t>         VARCHAR(100) NOT NULL,</a:t>
            </a:r>
          </a:p>
          <a:p>
            <a:r>
              <a:rPr lang="ru-RU" sz="600" dirty="0"/>
              <a:t>    </a:t>
            </a:r>
            <a:r>
              <a:rPr lang="ru-RU" sz="600" dirty="0" err="1"/>
              <a:t>email</a:t>
            </a:r>
            <a:r>
              <a:rPr lang="ru-RU" sz="600" dirty="0"/>
              <a:t>        VARCHAR(150) UNIQUE,</a:t>
            </a:r>
          </a:p>
          <a:p>
            <a:r>
              <a:rPr lang="ru-RU" sz="600" dirty="0"/>
              <a:t>    </a:t>
            </a:r>
            <a:r>
              <a:rPr lang="ru-RU" sz="600" dirty="0" err="1"/>
              <a:t>enrolled_at</a:t>
            </a:r>
            <a:r>
              <a:rPr lang="ru-RU" sz="600" dirty="0"/>
              <a:t>  DATE NOT NULL DEFAULT CURRENT_DATE,</a:t>
            </a:r>
          </a:p>
          <a:p>
            <a:r>
              <a:rPr lang="ru-RU" sz="600" dirty="0"/>
              <a:t>    </a:t>
            </a:r>
            <a:r>
              <a:rPr lang="ru-RU" sz="600" dirty="0" err="1"/>
              <a:t>is_active</a:t>
            </a:r>
            <a:r>
              <a:rPr lang="ru-RU" sz="600" dirty="0"/>
              <a:t>    BOOLEAN NOT NULL DEFAULT TRUE</a:t>
            </a:r>
          </a:p>
          <a:p>
            <a:r>
              <a:rPr lang="ru-RU" sz="600" dirty="0"/>
              <a:t>);</a:t>
            </a:r>
          </a:p>
          <a:p>
            <a:endParaRPr lang="ru-RU" sz="600" dirty="0"/>
          </a:p>
          <a:p>
            <a:r>
              <a:rPr lang="ru-RU" sz="600" dirty="0"/>
              <a:t>-- Курсы</a:t>
            </a:r>
          </a:p>
          <a:p>
            <a:r>
              <a:rPr lang="ru-RU" sz="600" dirty="0"/>
              <a:t>CREATE TABLE </a:t>
            </a:r>
            <a:r>
              <a:rPr lang="ru-RU" sz="600" dirty="0" err="1"/>
              <a:t>courses</a:t>
            </a:r>
            <a:r>
              <a:rPr lang="ru-RU" sz="600" dirty="0"/>
              <a:t> (</a:t>
            </a:r>
          </a:p>
          <a:p>
            <a:r>
              <a:rPr lang="ru-RU" sz="600" dirty="0"/>
              <a:t>    </a:t>
            </a:r>
            <a:r>
              <a:rPr lang="ru-RU" sz="600" dirty="0" err="1"/>
              <a:t>id</a:t>
            </a:r>
            <a:r>
              <a:rPr lang="ru-RU" sz="600" dirty="0"/>
              <a:t>           SERIAL PRIMARY KEY,</a:t>
            </a:r>
          </a:p>
          <a:p>
            <a:r>
              <a:rPr lang="ru-RU" sz="600" dirty="0"/>
              <a:t>    </a:t>
            </a:r>
            <a:r>
              <a:rPr lang="ru-RU" sz="600" dirty="0" err="1"/>
              <a:t>title</a:t>
            </a:r>
            <a:r>
              <a:rPr lang="ru-RU" sz="600" dirty="0"/>
              <a:t>        VARCHAR(200) NOT NULL,</a:t>
            </a:r>
          </a:p>
          <a:p>
            <a:r>
              <a:rPr lang="ru-RU" sz="600" dirty="0"/>
              <a:t>    </a:t>
            </a:r>
            <a:r>
              <a:rPr lang="ru-RU" sz="600" dirty="0" err="1"/>
              <a:t>teacher_id</a:t>
            </a:r>
            <a:r>
              <a:rPr lang="ru-RU" sz="600" dirty="0"/>
              <a:t>   INT NOT NULL REFERENCES </a:t>
            </a:r>
            <a:r>
              <a:rPr lang="ru-RU" sz="600" dirty="0" err="1"/>
              <a:t>teachers</a:t>
            </a:r>
            <a:r>
              <a:rPr lang="ru-RU" sz="600" dirty="0"/>
              <a:t>(</a:t>
            </a:r>
            <a:r>
              <a:rPr lang="ru-RU" sz="600" dirty="0" err="1"/>
              <a:t>id</a:t>
            </a:r>
            <a:r>
              <a:rPr lang="ru-RU" sz="600" dirty="0"/>
              <a:t>) ON DELETE RESTRICT,</a:t>
            </a:r>
          </a:p>
          <a:p>
            <a:r>
              <a:rPr lang="ru-RU" sz="600" dirty="0"/>
              <a:t>    </a:t>
            </a:r>
            <a:r>
              <a:rPr lang="ru-RU" sz="600" dirty="0" err="1"/>
              <a:t>credits</a:t>
            </a:r>
            <a:r>
              <a:rPr lang="ru-RU" sz="600" dirty="0"/>
              <a:t>      INT NOT NULL CHECK (</a:t>
            </a:r>
            <a:r>
              <a:rPr lang="ru-RU" sz="600" dirty="0" err="1"/>
              <a:t>credits</a:t>
            </a:r>
            <a:r>
              <a:rPr lang="ru-RU" sz="600" dirty="0"/>
              <a:t> BETWEEN 1 AND 10),</a:t>
            </a:r>
          </a:p>
          <a:p>
            <a:r>
              <a:rPr lang="ru-RU" sz="600" dirty="0"/>
              <a:t>    </a:t>
            </a:r>
            <a:r>
              <a:rPr lang="ru-RU" sz="600" dirty="0" err="1"/>
              <a:t>year</a:t>
            </a:r>
            <a:r>
              <a:rPr lang="ru-RU" sz="600" dirty="0"/>
              <a:t>         INT NOT NULL CHECK (</a:t>
            </a:r>
            <a:r>
              <a:rPr lang="ru-RU" sz="600" dirty="0" err="1"/>
              <a:t>year</a:t>
            </a:r>
            <a:r>
              <a:rPr lang="ru-RU" sz="600" dirty="0"/>
              <a:t> BETWEEN 2000 AND 2100),</a:t>
            </a:r>
          </a:p>
          <a:p>
            <a:r>
              <a:rPr lang="ru-RU" sz="600" dirty="0"/>
              <a:t>    </a:t>
            </a:r>
            <a:r>
              <a:rPr lang="ru-RU" sz="600" dirty="0" err="1"/>
              <a:t>is_elective</a:t>
            </a:r>
            <a:r>
              <a:rPr lang="ru-RU" sz="600" dirty="0"/>
              <a:t>  BOOLEAN NOT NULL DEFAULT FALSE</a:t>
            </a:r>
          </a:p>
          <a:p>
            <a:r>
              <a:rPr lang="ru-RU" sz="600" dirty="0"/>
              <a:t>);</a:t>
            </a:r>
          </a:p>
          <a:p>
            <a:endParaRPr lang="ru-RU" sz="600" dirty="0"/>
          </a:p>
          <a:p>
            <a:r>
              <a:rPr lang="ru-RU" sz="600" dirty="0"/>
              <a:t>-- Записи студентов на курсы</a:t>
            </a:r>
          </a:p>
          <a:p>
            <a:r>
              <a:rPr lang="ru-RU" sz="600" dirty="0"/>
              <a:t>CREATE TABLE </a:t>
            </a:r>
            <a:r>
              <a:rPr lang="ru-RU" sz="600" dirty="0" err="1"/>
              <a:t>enrollments</a:t>
            </a:r>
            <a:r>
              <a:rPr lang="ru-RU" sz="600" dirty="0"/>
              <a:t> (</a:t>
            </a:r>
          </a:p>
          <a:p>
            <a:r>
              <a:rPr lang="ru-RU" sz="600" dirty="0"/>
              <a:t>    </a:t>
            </a:r>
            <a:r>
              <a:rPr lang="ru-RU" sz="600" dirty="0" err="1"/>
              <a:t>id</a:t>
            </a:r>
            <a:r>
              <a:rPr lang="ru-RU" sz="600" dirty="0"/>
              <a:t>           SERIAL PRIMARY KEY,</a:t>
            </a:r>
          </a:p>
          <a:p>
            <a:r>
              <a:rPr lang="ru-RU" sz="600" dirty="0"/>
              <a:t>    </a:t>
            </a:r>
            <a:r>
              <a:rPr lang="ru-RU" sz="600" dirty="0" err="1"/>
              <a:t>student_id</a:t>
            </a:r>
            <a:r>
              <a:rPr lang="ru-RU" sz="600" dirty="0"/>
              <a:t>   INT NOT NULL REFERENCES </a:t>
            </a:r>
            <a:r>
              <a:rPr lang="ru-RU" sz="600" dirty="0" err="1"/>
              <a:t>students</a:t>
            </a:r>
            <a:r>
              <a:rPr lang="ru-RU" sz="600" dirty="0"/>
              <a:t>(</a:t>
            </a:r>
            <a:r>
              <a:rPr lang="ru-RU" sz="600" dirty="0" err="1"/>
              <a:t>id</a:t>
            </a:r>
            <a:r>
              <a:rPr lang="ru-RU" sz="600" dirty="0"/>
              <a:t>) ON DELETE CASCADE,</a:t>
            </a:r>
          </a:p>
          <a:p>
            <a:r>
              <a:rPr lang="ru-RU" sz="600" dirty="0"/>
              <a:t>    </a:t>
            </a:r>
            <a:r>
              <a:rPr lang="ru-RU" sz="600" dirty="0" err="1"/>
              <a:t>course_id</a:t>
            </a:r>
            <a:r>
              <a:rPr lang="ru-RU" sz="600" dirty="0"/>
              <a:t>    INT NOT NULL REFERENCES </a:t>
            </a:r>
            <a:r>
              <a:rPr lang="ru-RU" sz="600" dirty="0" err="1"/>
              <a:t>courses</a:t>
            </a:r>
            <a:r>
              <a:rPr lang="ru-RU" sz="600" dirty="0"/>
              <a:t>(</a:t>
            </a:r>
            <a:r>
              <a:rPr lang="ru-RU" sz="600" dirty="0" err="1"/>
              <a:t>id</a:t>
            </a:r>
            <a:r>
              <a:rPr lang="ru-RU" sz="600" dirty="0"/>
              <a:t>) ON DELETE CASCADE,</a:t>
            </a:r>
          </a:p>
          <a:p>
            <a:r>
              <a:rPr lang="ru-RU" sz="600" dirty="0"/>
              <a:t>    </a:t>
            </a:r>
            <a:r>
              <a:rPr lang="ru-RU" sz="600" dirty="0" err="1"/>
              <a:t>enrolled_on</a:t>
            </a:r>
            <a:r>
              <a:rPr lang="ru-RU" sz="600" dirty="0"/>
              <a:t>  DATE NOT NULL DEFAULT CURRENT_DATE,</a:t>
            </a:r>
          </a:p>
          <a:p>
            <a:r>
              <a:rPr lang="ru-RU" sz="600" dirty="0"/>
              <a:t>    UNIQUE (</a:t>
            </a:r>
            <a:r>
              <a:rPr lang="ru-RU" sz="600" dirty="0" err="1"/>
              <a:t>student_id</a:t>
            </a:r>
            <a:r>
              <a:rPr lang="ru-RU" sz="600" dirty="0"/>
              <a:t>, </a:t>
            </a:r>
            <a:r>
              <a:rPr lang="ru-RU" sz="600" dirty="0" err="1"/>
              <a:t>course_id</a:t>
            </a:r>
            <a:r>
              <a:rPr lang="ru-RU" sz="600" dirty="0"/>
              <a:t>)</a:t>
            </a:r>
          </a:p>
          <a:p>
            <a:r>
              <a:rPr lang="ru-RU" sz="600" dirty="0"/>
              <a:t>);</a:t>
            </a:r>
          </a:p>
          <a:p>
            <a:endParaRPr lang="ru-RU" sz="600" dirty="0"/>
          </a:p>
          <a:p>
            <a:r>
              <a:rPr lang="ru-RU" sz="600" dirty="0"/>
              <a:t>-- Оценки</a:t>
            </a:r>
          </a:p>
          <a:p>
            <a:r>
              <a:rPr lang="ru-RU" sz="600" dirty="0"/>
              <a:t>CREATE TABLE </a:t>
            </a:r>
            <a:r>
              <a:rPr lang="ru-RU" sz="600" dirty="0" err="1"/>
              <a:t>grades</a:t>
            </a:r>
            <a:r>
              <a:rPr lang="ru-RU" sz="600" dirty="0"/>
              <a:t> (</a:t>
            </a:r>
          </a:p>
          <a:p>
            <a:r>
              <a:rPr lang="ru-RU" sz="600" dirty="0"/>
              <a:t>    </a:t>
            </a:r>
            <a:r>
              <a:rPr lang="ru-RU" sz="600" dirty="0" err="1"/>
              <a:t>id</a:t>
            </a:r>
            <a:r>
              <a:rPr lang="ru-RU" sz="600" dirty="0"/>
              <a:t>             SERIAL PRIMARY KEY,</a:t>
            </a:r>
          </a:p>
          <a:p>
            <a:r>
              <a:rPr lang="ru-RU" sz="600" dirty="0"/>
              <a:t>    </a:t>
            </a:r>
            <a:r>
              <a:rPr lang="ru-RU" sz="600" dirty="0" err="1"/>
              <a:t>enrollment_id</a:t>
            </a:r>
            <a:r>
              <a:rPr lang="ru-RU" sz="600" dirty="0"/>
              <a:t>  INT NOT NULL REFERENCES </a:t>
            </a:r>
            <a:r>
              <a:rPr lang="ru-RU" sz="600" dirty="0" err="1"/>
              <a:t>enrollments</a:t>
            </a:r>
            <a:r>
              <a:rPr lang="ru-RU" sz="600" dirty="0"/>
              <a:t>(</a:t>
            </a:r>
            <a:r>
              <a:rPr lang="ru-RU" sz="600" dirty="0" err="1"/>
              <a:t>id</a:t>
            </a:r>
            <a:r>
              <a:rPr lang="ru-RU" sz="600" dirty="0"/>
              <a:t>) ON DELETE CASCADE,</a:t>
            </a:r>
          </a:p>
          <a:p>
            <a:r>
              <a:rPr lang="ru-RU" sz="600" dirty="0"/>
              <a:t>    </a:t>
            </a:r>
            <a:r>
              <a:rPr lang="ru-RU" sz="600" dirty="0" err="1"/>
              <a:t>grade</a:t>
            </a:r>
            <a:r>
              <a:rPr lang="ru-RU" sz="600" dirty="0"/>
              <a:t>          INT NOT NULL CHECK (</a:t>
            </a:r>
            <a:r>
              <a:rPr lang="ru-RU" sz="600" dirty="0" err="1"/>
              <a:t>grade</a:t>
            </a:r>
            <a:r>
              <a:rPr lang="ru-RU" sz="600" dirty="0"/>
              <a:t> BETWEEN 2 AND 5),</a:t>
            </a:r>
          </a:p>
          <a:p>
            <a:r>
              <a:rPr lang="ru-RU" sz="600" dirty="0"/>
              <a:t>    </a:t>
            </a:r>
            <a:r>
              <a:rPr lang="ru-RU" sz="600" dirty="0" err="1"/>
              <a:t>graded_on</a:t>
            </a:r>
            <a:r>
              <a:rPr lang="ru-RU" sz="600" dirty="0"/>
              <a:t>      DATE NOT NULL DEFAULT CURRENT_DATE,</a:t>
            </a:r>
          </a:p>
          <a:p>
            <a:r>
              <a:rPr lang="ru-RU" sz="600" dirty="0"/>
              <a:t>    </a:t>
            </a:r>
            <a:r>
              <a:rPr lang="ru-RU" sz="600" dirty="0" err="1"/>
              <a:t>comment</a:t>
            </a:r>
            <a:r>
              <a:rPr lang="ru-RU" sz="600" dirty="0"/>
              <a:t>        TEXT</a:t>
            </a:r>
          </a:p>
          <a:p>
            <a:r>
              <a:rPr lang="ru-RU" sz="600" dirty="0"/>
              <a:t>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C36FCD-CC87-0B93-AE0F-39492ADE1482}"/>
              </a:ext>
            </a:extLst>
          </p:cNvPr>
          <p:cNvSpPr txBox="1"/>
          <p:nvPr/>
        </p:nvSpPr>
        <p:spPr>
          <a:xfrm>
            <a:off x="3783904" y="906120"/>
            <a:ext cx="609700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INSERT INTO </a:t>
            </a:r>
            <a:r>
              <a:rPr lang="ru-RU" sz="600" b="0" dirty="0" err="1">
                <a:solidFill>
                  <a:schemeClr val="tx1"/>
                </a:solidFill>
                <a:effectLst/>
                <a:latin typeface="+mn-lt"/>
              </a:rPr>
              <a:t>teachers</a:t>
            </a: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 (</a:t>
            </a:r>
            <a:r>
              <a:rPr lang="ru-RU" sz="600" b="0" dirty="0" err="1">
                <a:solidFill>
                  <a:schemeClr val="tx1"/>
                </a:solidFill>
                <a:effectLst/>
                <a:latin typeface="+mn-lt"/>
              </a:rPr>
              <a:t>full_name</a:t>
            </a: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, </a:t>
            </a:r>
            <a:r>
              <a:rPr lang="ru-RU" sz="600" b="0" dirty="0" err="1">
                <a:solidFill>
                  <a:schemeClr val="tx1"/>
                </a:solidFill>
                <a:effectLst/>
                <a:latin typeface="+mn-lt"/>
              </a:rPr>
              <a:t>department</a:t>
            </a: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, </a:t>
            </a:r>
            <a:r>
              <a:rPr lang="ru-RU" sz="600" b="0" dirty="0" err="1">
                <a:solidFill>
                  <a:schemeClr val="tx1"/>
                </a:solidFill>
                <a:effectLst/>
                <a:latin typeface="+mn-lt"/>
              </a:rPr>
              <a:t>hire_date</a:t>
            </a: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, </a:t>
            </a:r>
            <a:r>
              <a:rPr lang="ru-RU" sz="600" b="0" dirty="0" err="1">
                <a:solidFill>
                  <a:schemeClr val="tx1"/>
                </a:solidFill>
                <a:effectLst/>
                <a:latin typeface="+mn-lt"/>
              </a:rPr>
              <a:t>salary</a:t>
            </a: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) VALUES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    ('Иванов Пётр Сергеевич',      'Математика',      '2010-09-01', 95000.00),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    ('Петрова Анна Викторовна',    'Информатика',     '2013-02-15', 110000.00),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    ('Сидоров Николай Иванович',   'Физика',          '2008-03-10', 105000.00),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    ('Кузнецова Ольга Дмитриевна', 'Информатика',     '2015-09-01', 98000.00),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    ('Смирнов Алексей Петрович',   'Математика',      '2018-09-01', 87000.00),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    ('Морозова Елена Андреевна',   'Лингвистика',     '2012-11-20', 92000.00),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    ('Волков Дмитрий Олегович',    'Физика',          '2020-09-01', 78000.00),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    ('Никитина Светлана Юрьевна',  'Информатика',     '2016-04-05', 101000.00);</a:t>
            </a:r>
            <a:endParaRPr lang="ru-RU" sz="600" b="0" dirty="0">
              <a:solidFill>
                <a:srgbClr val="F9FAFB"/>
              </a:solidFill>
              <a:effectLst/>
              <a:latin typeface="Menlo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479432-F3B0-A714-1FC8-FAF9700F3EAA}"/>
              </a:ext>
            </a:extLst>
          </p:cNvPr>
          <p:cNvSpPr txBox="1"/>
          <p:nvPr/>
        </p:nvSpPr>
        <p:spPr>
          <a:xfrm>
            <a:off x="3783904" y="1867362"/>
            <a:ext cx="442163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00" dirty="0"/>
              <a:t>INSERT INTO </a:t>
            </a:r>
            <a:r>
              <a:rPr lang="ru-RU" sz="600" dirty="0" err="1"/>
              <a:t>students</a:t>
            </a:r>
            <a:r>
              <a:rPr lang="ru-RU" sz="600" dirty="0"/>
              <a:t> (</a:t>
            </a:r>
            <a:r>
              <a:rPr lang="ru-RU" sz="600" dirty="0" err="1"/>
              <a:t>full_name</a:t>
            </a:r>
            <a:r>
              <a:rPr lang="ru-RU" sz="600" dirty="0"/>
              <a:t>, </a:t>
            </a:r>
            <a:r>
              <a:rPr lang="ru-RU" sz="600" dirty="0" err="1"/>
              <a:t>birth_date</a:t>
            </a:r>
            <a:r>
              <a:rPr lang="ru-RU" sz="600" dirty="0"/>
              <a:t>, </a:t>
            </a:r>
            <a:r>
              <a:rPr lang="ru-RU" sz="600" dirty="0" err="1"/>
              <a:t>city</a:t>
            </a:r>
            <a:r>
              <a:rPr lang="ru-RU" sz="600" dirty="0"/>
              <a:t>, </a:t>
            </a:r>
            <a:r>
              <a:rPr lang="ru-RU" sz="600" dirty="0" err="1"/>
              <a:t>email</a:t>
            </a:r>
            <a:r>
              <a:rPr lang="ru-RU" sz="600" dirty="0"/>
              <a:t>, </a:t>
            </a:r>
            <a:r>
              <a:rPr lang="ru-RU" sz="600" dirty="0" err="1"/>
              <a:t>enrolled_at</a:t>
            </a:r>
            <a:r>
              <a:rPr lang="ru-RU" sz="600" dirty="0"/>
              <a:t>, </a:t>
            </a:r>
            <a:r>
              <a:rPr lang="ru-RU" sz="600" dirty="0" err="1"/>
              <a:t>is_active</a:t>
            </a:r>
            <a:r>
              <a:rPr lang="ru-RU" sz="600" dirty="0"/>
              <a:t>) VALUES</a:t>
            </a:r>
          </a:p>
          <a:p>
            <a:r>
              <a:rPr lang="ru-RU" sz="600" dirty="0"/>
              <a:t>    ('Анна Соколова',        '2003-05-12', 'Москва',           'anna.sokolova@example.com',  '2021-09-01', TRUE),</a:t>
            </a:r>
          </a:p>
          <a:p>
            <a:r>
              <a:rPr lang="ru-RU" sz="600" dirty="0"/>
              <a:t>    ('Иван Кузнецов',        '2002-11-30', 'Санкт-Петербург',  'ivan.kuznetsov@example.com','2020-09-01', TRUE),</a:t>
            </a:r>
          </a:p>
          <a:p>
            <a:r>
              <a:rPr lang="ru-RU" sz="600" dirty="0"/>
              <a:t>    ('Мария Лебедева',       '2004-02-18', 'Москва',           'maria.lebedeva@example.com','2022-09-01', TRUE),</a:t>
            </a:r>
          </a:p>
          <a:p>
            <a:r>
              <a:rPr lang="ru-RU" sz="600" dirty="0"/>
              <a:t>    ('Дмитрий Орлов',        '2001-07-05', 'Казань',           'dmitry.orlov@example.com',  '2019-09-01', FALSE),</a:t>
            </a:r>
          </a:p>
          <a:p>
            <a:r>
              <a:rPr lang="ru-RU" sz="600" dirty="0"/>
              <a:t>    ('Екатерина Новикова',   '2003-09-22', 'Новосибирск',      'ekaterina.n@example.com',   '2021-09-01', TRUE),</a:t>
            </a:r>
          </a:p>
          <a:p>
            <a:r>
              <a:rPr lang="ru-RU" sz="600" dirty="0"/>
              <a:t>    ('Алексей Соловьёв',     '2002-03-14', 'Москва',           'alexey.s@example.com',      '2020-09-01', TRUE),</a:t>
            </a:r>
          </a:p>
          <a:p>
            <a:r>
              <a:rPr lang="ru-RU" sz="600" dirty="0"/>
              <a:t>    ('Ольга Морозова',       '2004-12-01', 'Екатеринбург',     'olga.morozova@example.com', '2022-09-01', TRUE),</a:t>
            </a:r>
          </a:p>
          <a:p>
            <a:r>
              <a:rPr lang="ru-RU" sz="600" dirty="0"/>
              <a:t>    ('Сергей Павлов',        '2003-08-19', 'Казань',           NULL,                        '2021-09-01', TRUE),</a:t>
            </a:r>
          </a:p>
          <a:p>
            <a:r>
              <a:rPr lang="ru-RU" sz="600" dirty="0"/>
              <a:t>    ('Татьяна Захарова',     '2002-06-27', 'Санкт-Петербург',  'tatyana.z@example.com',     '2020-09-01', FALSE),</a:t>
            </a:r>
          </a:p>
          <a:p>
            <a:r>
              <a:rPr lang="ru-RU" sz="600" dirty="0"/>
              <a:t>    ('Никита Волков',        '2005-01-09', 'Москва',           'nikita.volkov@example.com', '2023-09-01', TRUE),</a:t>
            </a:r>
          </a:p>
          <a:p>
            <a:r>
              <a:rPr lang="ru-RU" sz="600" dirty="0"/>
              <a:t>    ('Юлия Романова',        '2004-04-16', 'Новосибирск',      'yulia.romanova@example.com','2022-09-01', TRUE),</a:t>
            </a:r>
          </a:p>
          <a:p>
            <a:r>
              <a:rPr lang="ru-RU" sz="600" dirty="0"/>
              <a:t>    ('Артём Фёдоров',        '2003-10-03', 'Екатеринбург',     'artem.f@example.com',       '2021-09-01', TRUE),</a:t>
            </a:r>
          </a:p>
          <a:p>
            <a:r>
              <a:rPr lang="ru-RU" sz="600" dirty="0"/>
              <a:t>    ('Ксения Белова',        '2002-02-11', 'Казань',           'ksenia.b@example.com',      '2020-09-01', TRUE),</a:t>
            </a:r>
          </a:p>
          <a:p>
            <a:r>
              <a:rPr lang="ru-RU" sz="600" dirty="0"/>
              <a:t>    ('Роман Тимофеев',       '2005-07-21', 'Санкт-Петербург',  'roman.t@example.com',       '2023-09-01', TRUE),</a:t>
            </a:r>
          </a:p>
          <a:p>
            <a:r>
              <a:rPr lang="ru-RU" sz="600" dirty="0"/>
              <a:t>    ('Алина Гусева',         '2004-11-08', 'Москва',           'alina.guseva@example.com',  '2022-09-01', TRUE);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E611B-5CB3-BAEF-81F7-4B06023DA203}"/>
              </a:ext>
            </a:extLst>
          </p:cNvPr>
          <p:cNvSpPr txBox="1"/>
          <p:nvPr/>
        </p:nvSpPr>
        <p:spPr>
          <a:xfrm>
            <a:off x="3704222" y="3534609"/>
            <a:ext cx="431482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00" dirty="0"/>
              <a:t>INSERT INTO </a:t>
            </a:r>
            <a:r>
              <a:rPr lang="ru-RU" sz="600" dirty="0" err="1"/>
              <a:t>students</a:t>
            </a:r>
            <a:r>
              <a:rPr lang="ru-RU" sz="600" dirty="0"/>
              <a:t> (</a:t>
            </a:r>
            <a:r>
              <a:rPr lang="ru-RU" sz="600" dirty="0" err="1"/>
              <a:t>full_name</a:t>
            </a:r>
            <a:r>
              <a:rPr lang="ru-RU" sz="600" dirty="0"/>
              <a:t>, </a:t>
            </a:r>
            <a:r>
              <a:rPr lang="ru-RU" sz="600" dirty="0" err="1"/>
              <a:t>birth_date</a:t>
            </a:r>
            <a:r>
              <a:rPr lang="ru-RU" sz="600" dirty="0"/>
              <a:t>, </a:t>
            </a:r>
            <a:r>
              <a:rPr lang="ru-RU" sz="600" dirty="0" err="1"/>
              <a:t>city</a:t>
            </a:r>
            <a:r>
              <a:rPr lang="ru-RU" sz="600" dirty="0"/>
              <a:t>, </a:t>
            </a:r>
            <a:r>
              <a:rPr lang="ru-RU" sz="600" dirty="0" err="1"/>
              <a:t>email</a:t>
            </a:r>
            <a:r>
              <a:rPr lang="ru-RU" sz="600" dirty="0"/>
              <a:t>, </a:t>
            </a:r>
            <a:r>
              <a:rPr lang="ru-RU" sz="600" dirty="0" err="1"/>
              <a:t>enrolled_at</a:t>
            </a:r>
            <a:r>
              <a:rPr lang="ru-RU" sz="600" dirty="0"/>
              <a:t>, </a:t>
            </a:r>
            <a:r>
              <a:rPr lang="ru-RU" sz="600" dirty="0" err="1"/>
              <a:t>is_active</a:t>
            </a:r>
            <a:r>
              <a:rPr lang="ru-RU" sz="600" dirty="0"/>
              <a:t>) VALUES</a:t>
            </a:r>
          </a:p>
          <a:p>
            <a:r>
              <a:rPr lang="ru-RU" sz="600" dirty="0"/>
              <a:t>    ('Анна Соколова',        '2003-05-12', 'Москва',           'anna.sokolova@example.com',  '2021-09-01', TRUE),</a:t>
            </a:r>
          </a:p>
          <a:p>
            <a:r>
              <a:rPr lang="ru-RU" sz="600" dirty="0"/>
              <a:t>    ('Иван Кузнецов',        '2002-11-30', 'Санкт-Петербург',  'ivan.kuznetsov@example.com','2020-09-01', TRUE),</a:t>
            </a:r>
          </a:p>
          <a:p>
            <a:r>
              <a:rPr lang="ru-RU" sz="600" dirty="0"/>
              <a:t>    ('Мария Лебедева',       '2004-02-18', 'Москва',           'maria.lebedeva@example.com','2022-09-01', TRUE),</a:t>
            </a:r>
          </a:p>
          <a:p>
            <a:r>
              <a:rPr lang="ru-RU" sz="600" dirty="0"/>
              <a:t>    ('Дмитрий Орлов',        '2001-07-05', 'Казань',           'dmitry.orlov@example.com',  '2019-09-01', FALSE),</a:t>
            </a:r>
          </a:p>
          <a:p>
            <a:r>
              <a:rPr lang="ru-RU" sz="600" dirty="0"/>
              <a:t>    ('Екатерина Новикова',   '2003-09-22', 'Новосибирск',      'ekaterina.n@example.com',   '2021-09-01', TRUE),</a:t>
            </a:r>
          </a:p>
          <a:p>
            <a:r>
              <a:rPr lang="ru-RU" sz="600" dirty="0"/>
              <a:t>    ('Алексей Соловьёв',     '2002-03-14', 'Москва',           'alexey.s@example.com',      '2020-09-01', TRUE),</a:t>
            </a:r>
          </a:p>
          <a:p>
            <a:r>
              <a:rPr lang="ru-RU" sz="600" dirty="0"/>
              <a:t>    ('Ольга Морозова',       '2004-12-01', 'Екатеринбург',     'olga.morozova@example.com', '2022-09-01', TRUE),</a:t>
            </a:r>
          </a:p>
          <a:p>
            <a:r>
              <a:rPr lang="ru-RU" sz="600" dirty="0"/>
              <a:t>    ('Сергей Павлов',        '2003-08-19', 'Казань',           NULL,                        '2021-09-01', TRUE),</a:t>
            </a:r>
          </a:p>
          <a:p>
            <a:r>
              <a:rPr lang="ru-RU" sz="600" dirty="0"/>
              <a:t>    ('Татьяна Захарова',     '2002-06-27', 'Санкт-Петербург',  'tatyana.z@example.com',     '2020-09-01', FALSE),</a:t>
            </a:r>
          </a:p>
          <a:p>
            <a:r>
              <a:rPr lang="ru-RU" sz="600" dirty="0"/>
              <a:t>    ('Никита Волков',        '2005-01-09', 'Москва',           'nikita.volkov@example.com', '2023-09-01', TRUE),</a:t>
            </a:r>
          </a:p>
          <a:p>
            <a:r>
              <a:rPr lang="ru-RU" sz="600" dirty="0"/>
              <a:t>    ('Юлия Романова',        '2004-04-16', 'Новосибирск',      'yulia.romanova@example.com','2022-09-01', TRUE),</a:t>
            </a:r>
          </a:p>
          <a:p>
            <a:r>
              <a:rPr lang="ru-RU" sz="600" dirty="0"/>
              <a:t>    ('Артём Фёдоров',        '2003-10-03', 'Екатеринбург',     'artem.f@example.com',       '2021-09-01', TRUE),</a:t>
            </a:r>
          </a:p>
          <a:p>
            <a:r>
              <a:rPr lang="ru-RU" sz="600" dirty="0"/>
              <a:t>    ('Ксения Белова',        '2002-02-11', 'Казань',           'ksenia.b@example.com',      '2020-09-01', TRUE),</a:t>
            </a:r>
          </a:p>
          <a:p>
            <a:r>
              <a:rPr lang="ru-RU" sz="600" dirty="0"/>
              <a:t>    ('Роман Тимофеев',       '2005-07-21', 'Санкт-Петербург',  'roman.t@example.com',       '2023-09-01', TRUE),</a:t>
            </a:r>
          </a:p>
          <a:p>
            <a:r>
              <a:rPr lang="ru-RU" sz="600" dirty="0"/>
              <a:t>    ('Алина Гусева',         '2004-11-08', 'Москва',           'alina.guseva@example.com',  '2022-09-01', TRUE);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1CD562E-7CF3-0EBC-4F74-26F2FD963802}"/>
              </a:ext>
            </a:extLst>
          </p:cNvPr>
          <p:cNvSpPr txBox="1"/>
          <p:nvPr/>
        </p:nvSpPr>
        <p:spPr>
          <a:xfrm>
            <a:off x="3618483" y="5201856"/>
            <a:ext cx="3352299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00" dirty="0"/>
              <a:t>INSERT INTO </a:t>
            </a:r>
            <a:r>
              <a:rPr lang="ru-RU" sz="600" dirty="0" err="1"/>
              <a:t>courses</a:t>
            </a:r>
            <a:r>
              <a:rPr lang="ru-RU" sz="600" dirty="0"/>
              <a:t> (</a:t>
            </a:r>
            <a:r>
              <a:rPr lang="ru-RU" sz="600" dirty="0" err="1"/>
              <a:t>title</a:t>
            </a:r>
            <a:r>
              <a:rPr lang="ru-RU" sz="600" dirty="0"/>
              <a:t>, </a:t>
            </a:r>
            <a:r>
              <a:rPr lang="ru-RU" sz="600" dirty="0" err="1"/>
              <a:t>teacher_id</a:t>
            </a:r>
            <a:r>
              <a:rPr lang="ru-RU" sz="600" dirty="0"/>
              <a:t>, </a:t>
            </a:r>
            <a:r>
              <a:rPr lang="ru-RU" sz="600" dirty="0" err="1"/>
              <a:t>credits</a:t>
            </a:r>
            <a:r>
              <a:rPr lang="ru-RU" sz="600" dirty="0"/>
              <a:t>, </a:t>
            </a:r>
            <a:r>
              <a:rPr lang="ru-RU" sz="600" dirty="0" err="1"/>
              <a:t>year</a:t>
            </a:r>
            <a:r>
              <a:rPr lang="ru-RU" sz="600" dirty="0"/>
              <a:t>, </a:t>
            </a:r>
            <a:r>
              <a:rPr lang="ru-RU" sz="600" dirty="0" err="1"/>
              <a:t>is_elective</a:t>
            </a:r>
            <a:r>
              <a:rPr lang="ru-RU" sz="600" dirty="0"/>
              <a:t>) VALUES</a:t>
            </a:r>
          </a:p>
          <a:p>
            <a:r>
              <a:rPr lang="ru-RU" sz="600" dirty="0"/>
              <a:t>    ('Математический анализ',        1, 6, 2023, FALSE),</a:t>
            </a:r>
          </a:p>
          <a:p>
            <a:r>
              <a:rPr lang="ru-RU" sz="600" dirty="0"/>
              <a:t>    ('Линейная алгебра',             1, 4, 2023, FALSE),</a:t>
            </a:r>
          </a:p>
          <a:p>
            <a:r>
              <a:rPr lang="ru-RU" sz="600" dirty="0"/>
              <a:t>    ('Основы программирования',      2, 6, 2023, FALSE),</a:t>
            </a:r>
          </a:p>
          <a:p>
            <a:r>
              <a:rPr lang="ru-RU" sz="600" dirty="0"/>
              <a:t>    ('Базы данных',                  2, 5, 2023, TRUE),</a:t>
            </a:r>
          </a:p>
          <a:p>
            <a:r>
              <a:rPr lang="ru-RU" sz="600" dirty="0"/>
              <a:t>    ('Веб-разработка',               4, 4, 2023, TRUE),</a:t>
            </a:r>
          </a:p>
          <a:p>
            <a:r>
              <a:rPr lang="ru-RU" sz="600" dirty="0"/>
              <a:t>    ('Общая физика',                 3, 6, 2023, FALSE),</a:t>
            </a:r>
          </a:p>
          <a:p>
            <a:r>
              <a:rPr lang="ru-RU" sz="600" dirty="0"/>
              <a:t>    ('Квантовая механика',           7, 5, 2024, TRUE),</a:t>
            </a:r>
          </a:p>
          <a:p>
            <a:r>
              <a:rPr lang="ru-RU" sz="600" dirty="0"/>
              <a:t>    ('Алгоритмы и структуры данных', 8, 6, 2023, FALSE),</a:t>
            </a:r>
          </a:p>
          <a:p>
            <a:r>
              <a:rPr lang="ru-RU" sz="600" dirty="0"/>
              <a:t>    ('Машинное обучение',            4, 5, 2024, TRUE),</a:t>
            </a:r>
          </a:p>
          <a:p>
            <a:r>
              <a:rPr lang="ru-RU" sz="600" dirty="0"/>
              <a:t>    ('Английский язык',              6, 3, 2023, FALSE),</a:t>
            </a:r>
          </a:p>
          <a:p>
            <a:r>
              <a:rPr lang="ru-RU" sz="600" dirty="0"/>
              <a:t>    ('Дискретная математика',        5, 4, 2023, FALSE),</a:t>
            </a:r>
          </a:p>
          <a:p>
            <a:r>
              <a:rPr lang="ru-RU" sz="600" dirty="0"/>
              <a:t>    ('Теория вероятностей',          5, 5, 2024, FALSE);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B3D89D-9711-38F7-D7C2-F70F05096408}"/>
              </a:ext>
            </a:extLst>
          </p:cNvPr>
          <p:cNvSpPr txBox="1"/>
          <p:nvPr/>
        </p:nvSpPr>
        <p:spPr>
          <a:xfrm>
            <a:off x="7819022" y="569021"/>
            <a:ext cx="473593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INSERT INTO </a:t>
            </a:r>
            <a:r>
              <a:rPr lang="ru-RU" sz="600" b="0" dirty="0" err="1">
                <a:solidFill>
                  <a:schemeClr val="tx1"/>
                </a:solidFill>
                <a:effectLst/>
                <a:latin typeface="+mn-lt"/>
              </a:rPr>
              <a:t>enrollments</a:t>
            </a: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 (</a:t>
            </a:r>
            <a:r>
              <a:rPr lang="ru-RU" sz="600" b="0" dirty="0" err="1">
                <a:solidFill>
                  <a:schemeClr val="tx1"/>
                </a:solidFill>
                <a:effectLst/>
                <a:latin typeface="+mn-lt"/>
              </a:rPr>
              <a:t>student_id</a:t>
            </a: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, </a:t>
            </a:r>
            <a:r>
              <a:rPr lang="ru-RU" sz="600" b="0" dirty="0" err="1">
                <a:solidFill>
                  <a:schemeClr val="tx1"/>
                </a:solidFill>
                <a:effectLst/>
                <a:latin typeface="+mn-lt"/>
              </a:rPr>
              <a:t>course_id</a:t>
            </a: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, </a:t>
            </a:r>
            <a:r>
              <a:rPr lang="ru-RU" sz="600" b="0" dirty="0" err="1">
                <a:solidFill>
                  <a:schemeClr val="tx1"/>
                </a:solidFill>
                <a:effectLst/>
                <a:latin typeface="+mn-lt"/>
              </a:rPr>
              <a:t>enrolled_on</a:t>
            </a: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) VALUES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    (1, 1, '2023-09-01'), (1, 3, '2023-09-01'), (1, 4, '2023-09-05'),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    (2, 1, '2023-09-01'), (2, 2, '2023-09-01'), (2, 6, '2023-09-01'),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    (3, 3, '2023-09-02'), (3, 5, '2023-09-02'), (3, 8, '2023-09-02'),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    (4, 1, '2023-09-01'), (4, 6, '2023-09-01'),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    (5, 3, '2023-09-03'), (5, 4, '2023-09-03'), (5, 9, '2024-02-01'),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    (6, 1, '2023-09-01'), (6, 2, '2023-09-01'), (6, 11,'2023-09-01'),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    (7, 5, '2023-09-04'), (7, 9, '2024-02-01'),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    (8, 3, '2023-09-05'), (8, 8, '2023-09-05'),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    (9, 6, '2023-09-01'), (9, 7, '2024-02-01'),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    (10, 3, '2023-09-06'), (10, 5, '2023-09-06'), (10, 9, '2024-02-01'),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    (11, 4, '2023-09-07'), (11, 8, '2023-09-07'),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    (12, 1, '2023-09-01'), (12, 2, '2023-09-01'), (12, 12,'2024-02-01'),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    (13, 6, '2023-09-01'), (13, 10,'2023-09-01'),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    (14, 3, '2023-09-08'), (14, 5, '2023-09-08'),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600" b="0" dirty="0">
                <a:solidFill>
                  <a:schemeClr val="tx1"/>
                </a:solidFill>
                <a:effectLst/>
                <a:latin typeface="+mn-lt"/>
              </a:rPr>
              <a:t>    (15, 4, '2023-09-09'), (15, 9, '2024-02-01'), (15, 10,'2023-09-09');</a:t>
            </a:r>
            <a:endParaRPr lang="ru-RU" sz="600" b="0" dirty="0">
              <a:solidFill>
                <a:srgbClr val="F9FAFB"/>
              </a:solidFill>
              <a:effectLst/>
              <a:latin typeface="Menlo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2547584-8C11-53E0-5031-EC6330E6F26C}"/>
              </a:ext>
            </a:extLst>
          </p:cNvPr>
          <p:cNvSpPr txBox="1"/>
          <p:nvPr/>
        </p:nvSpPr>
        <p:spPr>
          <a:xfrm>
            <a:off x="8131343" y="2565112"/>
            <a:ext cx="4002005" cy="3508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00" dirty="0"/>
              <a:t>INSERT INTO </a:t>
            </a:r>
            <a:r>
              <a:rPr lang="ru-RU" sz="600" dirty="0" err="1"/>
              <a:t>grades</a:t>
            </a:r>
            <a:r>
              <a:rPr lang="ru-RU" sz="600" dirty="0"/>
              <a:t> (</a:t>
            </a:r>
            <a:r>
              <a:rPr lang="ru-RU" sz="600" dirty="0" err="1"/>
              <a:t>enrollment_id</a:t>
            </a:r>
            <a:r>
              <a:rPr lang="ru-RU" sz="600" dirty="0"/>
              <a:t>, </a:t>
            </a:r>
            <a:r>
              <a:rPr lang="ru-RU" sz="600" dirty="0" err="1"/>
              <a:t>grade</a:t>
            </a:r>
            <a:r>
              <a:rPr lang="ru-RU" sz="600" dirty="0"/>
              <a:t>, </a:t>
            </a:r>
            <a:r>
              <a:rPr lang="ru-RU" sz="600" dirty="0" err="1"/>
              <a:t>graded_on</a:t>
            </a:r>
            <a:r>
              <a:rPr lang="ru-RU" sz="600" dirty="0"/>
              <a:t>, </a:t>
            </a:r>
            <a:r>
              <a:rPr lang="ru-RU" sz="600" dirty="0" err="1"/>
              <a:t>comment</a:t>
            </a:r>
            <a:r>
              <a:rPr lang="ru-RU" sz="600" dirty="0"/>
              <a:t>) VALUES</a:t>
            </a:r>
          </a:p>
          <a:p>
            <a:r>
              <a:rPr lang="ru-RU" sz="600" dirty="0"/>
              <a:t>    (1,  5, '2024-01-15', 'Отличная работа'),</a:t>
            </a:r>
          </a:p>
          <a:p>
            <a:r>
              <a:rPr lang="ru-RU" sz="600" dirty="0"/>
              <a:t>    (2,  4, '2024-01-20', NULL),</a:t>
            </a:r>
          </a:p>
          <a:p>
            <a:r>
              <a:rPr lang="ru-RU" sz="600" dirty="0"/>
              <a:t>    (3,  5, '2024-01-25', 'Лучший проект в группе'),</a:t>
            </a:r>
          </a:p>
          <a:p>
            <a:r>
              <a:rPr lang="ru-RU" sz="600" dirty="0"/>
              <a:t>    (4,  4, '2024-01-15', NULL),</a:t>
            </a:r>
          </a:p>
          <a:p>
            <a:r>
              <a:rPr lang="ru-RU" sz="600" dirty="0"/>
              <a:t>    (5,  3, '2024-01-16', 'Требуется доработка'),</a:t>
            </a:r>
          </a:p>
          <a:p>
            <a:r>
              <a:rPr lang="ru-RU" sz="600" dirty="0"/>
              <a:t>    (6,  5, '2024-01-17', NULL),</a:t>
            </a:r>
          </a:p>
          <a:p>
            <a:r>
              <a:rPr lang="ru-RU" sz="600" dirty="0"/>
              <a:t>    (7,  5, '2024-01-18', NULL),</a:t>
            </a:r>
          </a:p>
          <a:p>
            <a:r>
              <a:rPr lang="ru-RU" sz="600" dirty="0"/>
              <a:t>    (8,  4, '2024-01-19', NULL),</a:t>
            </a:r>
          </a:p>
          <a:p>
            <a:r>
              <a:rPr lang="ru-RU" sz="600" dirty="0"/>
              <a:t>    (9,  5, '2024-01-20', NULL),</a:t>
            </a:r>
          </a:p>
          <a:p>
            <a:r>
              <a:rPr lang="ru-RU" sz="600" dirty="0"/>
              <a:t>    (10, 3, '2024-01-15', 'Пропуски занятий'),</a:t>
            </a:r>
          </a:p>
          <a:p>
            <a:r>
              <a:rPr lang="ru-RU" sz="600" dirty="0"/>
              <a:t>    (11, 4, '2024-01-16', NULL),</a:t>
            </a:r>
          </a:p>
          <a:p>
            <a:r>
              <a:rPr lang="ru-RU" sz="600" dirty="0"/>
              <a:t>    (12, 5, '2024-01-18', NULL),</a:t>
            </a:r>
          </a:p>
          <a:p>
            <a:r>
              <a:rPr lang="ru-RU" sz="600" dirty="0"/>
              <a:t>    (13, 5, '2024-01-19', 'Отличный студент'),</a:t>
            </a:r>
          </a:p>
          <a:p>
            <a:r>
              <a:rPr lang="ru-RU" sz="600" dirty="0"/>
              <a:t>    (14, 4, '2024-01-20', NULL),</a:t>
            </a:r>
          </a:p>
          <a:p>
            <a:r>
              <a:rPr lang="ru-RU" sz="600" dirty="0"/>
              <a:t>    (16, 3, '2024-01-21', NULL),</a:t>
            </a:r>
          </a:p>
          <a:p>
            <a:r>
              <a:rPr lang="ru-RU" sz="600" dirty="0"/>
              <a:t>    (17, 4, '2024-01-22', NULL),</a:t>
            </a:r>
          </a:p>
          <a:p>
            <a:r>
              <a:rPr lang="ru-RU" sz="600" dirty="0"/>
              <a:t>    (18, 5, '2024-01-23', NULL),</a:t>
            </a:r>
          </a:p>
          <a:p>
            <a:r>
              <a:rPr lang="ru-RU" sz="600" dirty="0"/>
              <a:t>    (19, 4, '2024-01-24', NULL),</a:t>
            </a:r>
          </a:p>
          <a:p>
            <a:r>
              <a:rPr lang="ru-RU" sz="600" dirty="0"/>
              <a:t>    (20, 5, '2024-01-25', NULL),</a:t>
            </a:r>
          </a:p>
          <a:p>
            <a:r>
              <a:rPr lang="ru-RU" sz="600" dirty="0"/>
              <a:t>    (21, 5, '2024-01-26', 'Лучший результат'),</a:t>
            </a:r>
          </a:p>
          <a:p>
            <a:r>
              <a:rPr lang="ru-RU" sz="600" dirty="0"/>
              <a:t>    (22, 4, '2024-01-27', NULL),</a:t>
            </a:r>
          </a:p>
          <a:p>
            <a:r>
              <a:rPr lang="ru-RU" sz="600" dirty="0"/>
              <a:t>    (23, 4, '2024-01-28', NULL),</a:t>
            </a:r>
          </a:p>
          <a:p>
            <a:r>
              <a:rPr lang="ru-RU" sz="600" dirty="0"/>
              <a:t>    (24, 5, '2024-01-29', NULL),</a:t>
            </a:r>
          </a:p>
          <a:p>
            <a:r>
              <a:rPr lang="ru-RU" sz="600" dirty="0"/>
              <a:t>    (25, 3, '2024-01-30', 'Слабая подготовка'),</a:t>
            </a:r>
          </a:p>
          <a:p>
            <a:r>
              <a:rPr lang="ru-RU" sz="600" dirty="0"/>
              <a:t>    (26, 5, '2024-02-01', NULL),</a:t>
            </a:r>
          </a:p>
          <a:p>
            <a:r>
              <a:rPr lang="ru-RU" sz="600" dirty="0"/>
              <a:t>    (27, 4, '2024-02-02', NULL),</a:t>
            </a:r>
          </a:p>
          <a:p>
            <a:r>
              <a:rPr lang="ru-RU" sz="600" dirty="0"/>
              <a:t>    (28, 5, '2024-02-03', NULL),</a:t>
            </a:r>
          </a:p>
          <a:p>
            <a:r>
              <a:rPr lang="ru-RU" sz="600" dirty="0"/>
              <a:t>    (29, 4, '2024-02-04', NULL),</a:t>
            </a:r>
          </a:p>
          <a:p>
            <a:r>
              <a:rPr lang="ru-RU" sz="600" dirty="0"/>
              <a:t>    (30, 4, '2024-02-05', NULL),</a:t>
            </a:r>
          </a:p>
          <a:p>
            <a:r>
              <a:rPr lang="ru-RU" sz="600" dirty="0"/>
              <a:t>    (31, 5, '2024-02-06', NULL),</a:t>
            </a:r>
          </a:p>
          <a:p>
            <a:r>
              <a:rPr lang="ru-RU" sz="600" dirty="0"/>
              <a:t>    (32, 3, '2024-02-07', 'Не сдал вовремя'),</a:t>
            </a:r>
          </a:p>
          <a:p>
            <a:r>
              <a:rPr lang="ru-RU" sz="600" dirty="0"/>
              <a:t>    (33, 4, '2024-02-08', NULL),</a:t>
            </a:r>
          </a:p>
          <a:p>
            <a:r>
              <a:rPr lang="ru-RU" sz="600" dirty="0"/>
              <a:t>    (34, 5, '2024-02-09', NULL),</a:t>
            </a:r>
          </a:p>
          <a:p>
            <a:r>
              <a:rPr lang="ru-RU" sz="600" dirty="0"/>
              <a:t>    (35, 4, '2024-02-10', NULL),</a:t>
            </a:r>
          </a:p>
          <a:p>
            <a:r>
              <a:rPr lang="ru-RU" sz="600" dirty="0"/>
              <a:t>    (36, 5, '2024-02-11', NULL),</a:t>
            </a:r>
          </a:p>
          <a:p>
            <a:r>
              <a:rPr lang="ru-RU" sz="600" dirty="0"/>
              <a:t>    (37, 5, '2024-02-12', 'Отличная защита');</a:t>
            </a:r>
          </a:p>
        </p:txBody>
      </p:sp>
    </p:spTree>
    <p:extLst>
      <p:ext uri="{BB962C8B-B14F-4D97-AF65-F5344CB8AC3E}">
        <p14:creationId xmlns:p14="http://schemas.microsoft.com/office/powerpoint/2010/main" val="34319768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D8887-C871-121A-32CB-C99CE4B16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9A6DB-E105-9FCD-F886-129701F12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ru-RU" dirty="0"/>
              <a:t>Материал к лабораторной работе №1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FEC71F-8FB9-DC78-239C-5AED2D6527F9}"/>
              </a:ext>
            </a:extLst>
          </p:cNvPr>
          <p:cNvSpPr txBox="1"/>
          <p:nvPr/>
        </p:nvSpPr>
        <p:spPr>
          <a:xfrm>
            <a:off x="808906" y="834629"/>
            <a:ext cx="6097002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Проверяем наполнение:</a:t>
            </a:r>
            <a:br>
              <a:rPr lang="ru-RU" sz="1800" b="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ru-RU" sz="1800" b="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SELECT '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teachers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'    AS 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table_name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, COUNT(*) FROM 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teachers</a:t>
            </a:r>
            <a:endParaRPr lang="ru-RU" sz="1800" b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UNION ALL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SELECT '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students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',                  COUNT(*) FROM 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students</a:t>
            </a:r>
            <a:endParaRPr lang="ru-RU" sz="1800" b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UNION ALL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SELECT '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courses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',                   COUNT(*) FROM 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courses</a:t>
            </a:r>
            <a:endParaRPr lang="ru-RU" sz="1800" b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UNION ALL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SELECT '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enrollments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',               COUNT(*) FROM 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enrollments</a:t>
            </a:r>
            <a:endParaRPr lang="ru-RU" sz="1800" b="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UNION ALL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SELECT '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grades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',                    COUNT(*) FROM 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grades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;</a:t>
            </a:r>
            <a:endParaRPr lang="ru-RU" sz="975" b="0" dirty="0">
              <a:solidFill>
                <a:srgbClr val="F9FAFB"/>
              </a:solidFill>
              <a:effectLst/>
              <a:latin typeface="Menlo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420015-9EDA-A664-EAA8-96F6D7DE0B83}"/>
              </a:ext>
            </a:extLst>
          </p:cNvPr>
          <p:cNvSpPr txBox="1"/>
          <p:nvPr/>
        </p:nvSpPr>
        <p:spPr>
          <a:xfrm>
            <a:off x="1478380" y="5383996"/>
            <a:ext cx="60970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Ожидаемый результат: 8, 15, 12, 3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8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, 3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6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914644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B8933-EBE6-13A8-F58F-538BC9743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E777A-9025-6688-0E08-7BCB64B5B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ru-RU" dirty="0"/>
              <a:t>Материал к лабораторной работе №1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F004FA-A5A9-729D-8346-E1FEB6C8421C}"/>
              </a:ext>
            </a:extLst>
          </p:cNvPr>
          <p:cNvSpPr txBox="1"/>
          <p:nvPr/>
        </p:nvSpPr>
        <p:spPr>
          <a:xfrm>
            <a:off x="678280" y="1331561"/>
            <a:ext cx="6097002" cy="1451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-342900"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Для расчёта возраста используйте AGE(</a:t>
            </a:r>
            <a:r>
              <a:rPr lang="ru-RU" sz="1800" b="0" i="0" dirty="0" err="1">
                <a:solidFill>
                  <a:schemeClr val="tx1"/>
                </a:solidFill>
                <a:effectLst/>
                <a:latin typeface="+mn-lt"/>
              </a:rPr>
              <a:t>birth_date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) или EXTRACT(YEAR FROM AGE(</a:t>
            </a:r>
            <a:r>
              <a:rPr lang="ru-RU" sz="1800" b="0" i="0" dirty="0" err="1">
                <a:solidFill>
                  <a:schemeClr val="tx1"/>
                </a:solidFill>
                <a:effectLst/>
                <a:latin typeface="+mn-lt"/>
              </a:rPr>
              <a:t>birth_date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)).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Для форматирования среднего значения удобно ROUND(AVG(...), 2).</a:t>
            </a:r>
          </a:p>
        </p:txBody>
      </p:sp>
    </p:spTree>
    <p:extLst>
      <p:ext uri="{BB962C8B-B14F-4D97-AF65-F5344CB8AC3E}">
        <p14:creationId xmlns:p14="http://schemas.microsoft.com/office/powerpoint/2010/main" val="40118848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652F9-AAED-AFCB-FCDF-622EB9E9F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ADB84-911D-1D74-464C-9055D3590F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ru-RU" dirty="0"/>
              <a:t>Требования к отчетности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9FE4FB-5652-C4C5-0123-3DBB6DDDE867}"/>
              </a:ext>
            </a:extLst>
          </p:cNvPr>
          <p:cNvSpPr txBox="1"/>
          <p:nvPr/>
        </p:nvSpPr>
        <p:spPr>
          <a:xfrm>
            <a:off x="894848" y="968223"/>
            <a:ext cx="6097002" cy="2993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Отчёт по лабораторной работе должен содержать:</a:t>
            </a:r>
          </a:p>
          <a:p>
            <a:pPr marL="0" marR="0" lvl="0" indent="-342900"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Титульный лист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(ФИО, группа, номер работы).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SQL-скрипты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создания БД и наполнения таблиц.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Для каждой задачи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— формулировку, SQL-запрос и результат его выполнения (таблица или вывод </a:t>
            </a:r>
            <a:r>
              <a:rPr lang="ru-RU" sz="1800" b="0" i="0" dirty="0" err="1">
                <a:solidFill>
                  <a:schemeClr val="tx1"/>
                </a:solidFill>
                <a:effectLst/>
                <a:latin typeface="+mn-lt"/>
              </a:rPr>
              <a:t>psql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).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Комментарии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к сложным запросам - объясните, почему выбрали такой подход.</a:t>
            </a:r>
            <a:endParaRPr lang="ru-RU" sz="1200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1021E7-C9E7-BCEC-7918-D2B0BDFA2AD8}"/>
              </a:ext>
            </a:extLst>
          </p:cNvPr>
          <p:cNvSpPr txBox="1"/>
          <p:nvPr/>
        </p:nvSpPr>
        <p:spPr>
          <a:xfrm>
            <a:off x="894848" y="5025007"/>
            <a:ext cx="60970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Формат сдачи: файл </a:t>
            </a:r>
            <a:r>
              <a:rPr lang="ru-RU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  <a:r>
              <a:rPr lang="ru-RU" b="0" i="0" dirty="0" err="1">
                <a:solidFill>
                  <a:schemeClr val="tx1"/>
                </a:solidFill>
                <a:effectLst/>
                <a:latin typeface="+mn-lt"/>
              </a:rPr>
              <a:t>sql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со всеми запросами и файл </a:t>
            </a:r>
            <a:r>
              <a:rPr lang="ru-RU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  <a:r>
              <a:rPr lang="ru-RU" b="0" i="0" dirty="0" err="1">
                <a:solidFill>
                  <a:schemeClr val="tx1"/>
                </a:solidFill>
                <a:effectLst/>
                <a:latin typeface="+mn-lt"/>
              </a:rPr>
              <a:t>pdf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(или </a:t>
            </a:r>
            <a:r>
              <a:rPr lang="ru-RU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  <a:r>
              <a:rPr lang="ru-RU" b="0" i="0" dirty="0" err="1">
                <a:solidFill>
                  <a:schemeClr val="tx1"/>
                </a:solidFill>
                <a:effectLst/>
                <a:latin typeface="+mn-lt"/>
              </a:rPr>
              <a:t>docx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) с отчётом.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399880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75413C-A189-9910-ACD6-632268C2F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D1F83-0279-8A99-7A7C-64B99FBD0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664797"/>
          </a:xfrm>
        </p:spPr>
        <p:txBody>
          <a:bodyPr/>
          <a:lstStyle/>
          <a:p>
            <a:r>
              <a:rPr lang="ru-RU" dirty="0"/>
              <a:t>Блок1: простые выборки и фильтрация (</a:t>
            </a:r>
            <a:r>
              <a:rPr lang="en-US" dirty="0"/>
              <a:t>like, </a:t>
            </a:r>
            <a:r>
              <a:rPr lang="en-US" dirty="0" err="1"/>
              <a:t>ilike</a:t>
            </a:r>
            <a:r>
              <a:rPr lang="en-US" dirty="0"/>
              <a:t>, age </a:t>
            </a:r>
            <a:r>
              <a:rPr lang="ru-RU" dirty="0"/>
              <a:t>изучить самостоятельно)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33CFB5-ED38-0100-EB3E-FF62BD526938}"/>
              </a:ext>
            </a:extLst>
          </p:cNvPr>
          <p:cNvSpPr txBox="1"/>
          <p:nvPr/>
        </p:nvSpPr>
        <p:spPr>
          <a:xfrm>
            <a:off x="625642" y="840968"/>
            <a:ext cx="8079205" cy="601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700" b="0" i="0" dirty="0">
                <a:solidFill>
                  <a:schemeClr val="tx1"/>
                </a:solidFill>
                <a:effectLst/>
                <a:latin typeface="+mn-lt"/>
              </a:rPr>
              <a:t>1.1. Вывести всех студентов с их полными именами и городами.</a:t>
            </a:r>
          </a:p>
          <a:p>
            <a:pPr marL="0" marR="0" indent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700" b="0" i="0" dirty="0">
                <a:solidFill>
                  <a:schemeClr val="tx1"/>
                </a:solidFill>
                <a:effectLst/>
                <a:latin typeface="+mn-lt"/>
              </a:rPr>
              <a:t>1.2. Вывести только активных студентов (</a:t>
            </a:r>
            <a:r>
              <a:rPr lang="ru-RU" sz="700" b="0" i="0" dirty="0" err="1">
                <a:solidFill>
                  <a:schemeClr val="tx1"/>
                </a:solidFill>
                <a:effectLst/>
                <a:latin typeface="+mn-lt"/>
              </a:rPr>
              <a:t>is_active</a:t>
            </a:r>
            <a:r>
              <a:rPr lang="ru-RU" sz="700" b="0" i="0" dirty="0">
                <a:solidFill>
                  <a:schemeClr val="tx1"/>
                </a:solidFill>
                <a:effectLst/>
                <a:latin typeface="+mn-lt"/>
              </a:rPr>
              <a:t> = TRUE), отсортированных по имени по алфавиту.</a:t>
            </a:r>
          </a:p>
          <a:p>
            <a:pPr marL="0" marR="0" indent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700" b="0" i="0" dirty="0">
                <a:solidFill>
                  <a:schemeClr val="tx1"/>
                </a:solidFill>
                <a:effectLst/>
                <a:latin typeface="+mn-lt"/>
              </a:rPr>
              <a:t>1.3. Вывести список преподавателей, работающих в департаменте «Информатика», с их зарплатами.</a:t>
            </a:r>
          </a:p>
          <a:p>
            <a:pPr marL="0" marR="0" indent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700" b="0" i="0" dirty="0">
                <a:solidFill>
                  <a:schemeClr val="tx1"/>
                </a:solidFill>
                <a:effectLst/>
                <a:latin typeface="+mn-lt"/>
              </a:rPr>
              <a:t>1.4. Найти всех студентов, родившихся после 1 января 2003 года.</a:t>
            </a:r>
          </a:p>
          <a:p>
            <a:pPr marL="0" marR="0" indent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700" b="0" i="0" dirty="0">
                <a:solidFill>
                  <a:schemeClr val="tx1"/>
                </a:solidFill>
                <a:effectLst/>
                <a:latin typeface="+mn-lt"/>
              </a:rPr>
              <a:t>1.5. Вывести названия всех курсов, которые являются факультативами (</a:t>
            </a:r>
            <a:r>
              <a:rPr lang="ru-RU" sz="700" b="0" i="0" dirty="0" err="1">
                <a:solidFill>
                  <a:schemeClr val="tx1"/>
                </a:solidFill>
                <a:effectLst/>
                <a:latin typeface="+mn-lt"/>
              </a:rPr>
              <a:t>is_elective</a:t>
            </a:r>
            <a:r>
              <a:rPr lang="ru-RU" sz="700" b="0" i="0" dirty="0">
                <a:solidFill>
                  <a:schemeClr val="tx1"/>
                </a:solidFill>
                <a:effectLst/>
                <a:latin typeface="+mn-lt"/>
              </a:rPr>
              <a:t> = TRUE).</a:t>
            </a:r>
          </a:p>
          <a:p>
            <a:pPr marL="0" marR="0" indent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700" b="0" i="0" dirty="0">
                <a:solidFill>
                  <a:schemeClr val="tx1"/>
                </a:solidFill>
                <a:effectLst/>
                <a:latin typeface="+mn-lt"/>
              </a:rPr>
              <a:t>1.6. Найти всех студентов, у которых не указан </a:t>
            </a:r>
            <a:r>
              <a:rPr lang="ru-RU" sz="700" b="0" i="0" dirty="0" err="1">
                <a:solidFill>
                  <a:schemeClr val="tx1"/>
                </a:solidFill>
                <a:effectLst/>
                <a:latin typeface="+mn-lt"/>
              </a:rPr>
              <a:t>email</a:t>
            </a:r>
            <a:r>
              <a:rPr lang="ru-RU" sz="7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</a:p>
          <a:p>
            <a:pPr marL="0" marR="0" indent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700" b="0" i="0" dirty="0">
                <a:solidFill>
                  <a:schemeClr val="tx1"/>
                </a:solidFill>
                <a:effectLst/>
                <a:latin typeface="+mn-lt"/>
              </a:rPr>
              <a:t>1.7. Вывести студентов из Москвы или Казани, отсортированных по городу, а внутри города — по имени.</a:t>
            </a:r>
          </a:p>
          <a:p>
            <a:pPr marL="0" marR="0" indent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700" b="0" i="0" dirty="0">
                <a:solidFill>
                  <a:schemeClr val="tx1"/>
                </a:solidFill>
                <a:effectLst/>
                <a:latin typeface="+mn-lt"/>
              </a:rPr>
              <a:t>1.8. Вывести преподавателей, принятых на работу в период с 2010 по 2015 год включительно.</a:t>
            </a:r>
          </a:p>
          <a:p>
            <a:pPr marL="0" marR="0" indent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700" b="0" i="0" dirty="0">
                <a:solidFill>
                  <a:schemeClr val="tx1"/>
                </a:solidFill>
                <a:effectLst/>
                <a:latin typeface="+mn-lt"/>
              </a:rPr>
              <a:t>1.9. Вывести курсы с количеством кредитов от 4 до 6 включительно, отсортированные по убыванию кредитов.</a:t>
            </a:r>
          </a:p>
          <a:p>
            <a:pPr marL="0" marR="0" indent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700" b="0" i="0" dirty="0">
                <a:solidFill>
                  <a:schemeClr val="tx1"/>
                </a:solidFill>
                <a:effectLst/>
                <a:latin typeface="+mn-lt"/>
              </a:rPr>
              <a:t>1.10. Найти всех студентов, чьё имя начинается на «А» (используйте LIKE).</a:t>
            </a:r>
          </a:p>
          <a:p>
            <a:pPr marL="0" marR="0" indent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700" b="0" i="0" dirty="0">
                <a:solidFill>
                  <a:schemeClr val="tx1"/>
                </a:solidFill>
                <a:effectLst/>
                <a:latin typeface="+mn-lt"/>
              </a:rPr>
              <a:t>1.11. Найти всех студентов, в чьём имени есть буквосочетание «</a:t>
            </a:r>
            <a:r>
              <a:rPr lang="ru-RU" sz="700" b="0" i="0" dirty="0" err="1">
                <a:solidFill>
                  <a:schemeClr val="tx1"/>
                </a:solidFill>
                <a:effectLst/>
                <a:latin typeface="+mn-lt"/>
              </a:rPr>
              <a:t>ов</a:t>
            </a:r>
            <a:r>
              <a:rPr lang="ru-RU" sz="700" b="0" i="0" dirty="0">
                <a:solidFill>
                  <a:schemeClr val="tx1"/>
                </a:solidFill>
                <a:effectLst/>
                <a:latin typeface="+mn-lt"/>
              </a:rPr>
              <a:t>» или «ев» (регистр не важен — используйте ILIKE).</a:t>
            </a:r>
          </a:p>
          <a:p>
            <a:pPr marL="0" marR="0" indent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700" b="0" i="0" dirty="0">
                <a:solidFill>
                  <a:schemeClr val="tx1"/>
                </a:solidFill>
                <a:effectLst/>
                <a:latin typeface="+mn-lt"/>
              </a:rPr>
              <a:t>1.12. Вывести первых пять студентов по дате зачисления (самых ранних).</a:t>
            </a:r>
          </a:p>
          <a:p>
            <a:pPr marL="0" marR="0" indent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700" b="0" i="0" dirty="0">
                <a:solidFill>
                  <a:schemeClr val="tx1"/>
                </a:solidFill>
                <a:effectLst/>
                <a:latin typeface="+mn-lt"/>
              </a:rPr>
              <a:t>1.13. Вывести преподавателей с зарплатой выше 100000, отсортированных по убыванию зарплаты.</a:t>
            </a:r>
          </a:p>
          <a:p>
            <a:pPr marL="0" marR="0" indent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700" b="0" i="0" dirty="0">
                <a:solidFill>
                  <a:schemeClr val="tx1"/>
                </a:solidFill>
                <a:effectLst/>
                <a:latin typeface="+mn-lt"/>
              </a:rPr>
              <a:t>1.14. Найти курсы, проходившие в 2024 году.</a:t>
            </a:r>
          </a:p>
          <a:p>
            <a:pPr marL="0" marR="0" indent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700" b="0" i="0" dirty="0">
                <a:solidFill>
                  <a:schemeClr val="tx1"/>
                </a:solidFill>
                <a:effectLst/>
                <a:latin typeface="+mn-lt"/>
              </a:rPr>
              <a:t>1.15. Вывести всех студентов, чей возраст на текущий момент меньше 21 года (используйте AGE() или разницу дат).</a:t>
            </a:r>
            <a:endParaRPr lang="ru-RU" sz="400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19881621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4A8DF-B151-063B-9480-398228659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06393-E44B-0981-7667-408D7E83D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ru-RU" dirty="0"/>
              <a:t>Блок</a:t>
            </a:r>
            <a:r>
              <a:rPr lang="en-US" dirty="0"/>
              <a:t>2</a:t>
            </a:r>
            <a:r>
              <a:rPr lang="ru-RU" dirty="0"/>
              <a:t>: агрегация и группировка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0B57ED-6662-3E84-A4E8-490D56DBC777}"/>
              </a:ext>
            </a:extLst>
          </p:cNvPr>
          <p:cNvSpPr txBox="1"/>
          <p:nvPr/>
        </p:nvSpPr>
        <p:spPr>
          <a:xfrm>
            <a:off x="625642" y="840968"/>
            <a:ext cx="8079205" cy="5478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/>
              <a:t>2.1. Посчитать общее количество студентов в базе.</a:t>
            </a:r>
          </a:p>
          <a:p>
            <a:r>
              <a:rPr lang="ru-RU" sz="1400" dirty="0"/>
              <a:t>2.2. Посчитать количество активных и неактивных студентов отдельно.</a:t>
            </a:r>
          </a:p>
          <a:p>
            <a:r>
              <a:rPr lang="ru-RU" sz="1400" dirty="0"/>
              <a:t>2.3. Найти среднюю зарплату преподавателей.</a:t>
            </a:r>
          </a:p>
          <a:p>
            <a:r>
              <a:rPr lang="ru-RU" sz="1400" dirty="0"/>
              <a:t>2.4. Найти минимальную и максимальную зарплату преподавателей.</a:t>
            </a:r>
          </a:p>
          <a:p>
            <a:r>
              <a:rPr lang="ru-RU" sz="1400" dirty="0"/>
              <a:t>2.5. Посчитать количество студентов в каждом городе, отсортированных по убыванию количества.</a:t>
            </a:r>
          </a:p>
          <a:p>
            <a:r>
              <a:rPr lang="ru-RU" sz="1400" dirty="0"/>
              <a:t>2.6. Найти средний возраст студентов по городам.</a:t>
            </a:r>
          </a:p>
          <a:p>
            <a:r>
              <a:rPr lang="ru-RU" sz="1400" dirty="0"/>
              <a:t>2.7. Для каждого департамента посчитать количество преподавателей и среднюю зарплату.</a:t>
            </a:r>
          </a:p>
          <a:p>
            <a:r>
              <a:rPr lang="ru-RU" sz="1400" dirty="0"/>
              <a:t>2.8. Вывести города, в которых больше двух студентов, с указанием количества.</a:t>
            </a:r>
          </a:p>
          <a:p>
            <a:r>
              <a:rPr lang="ru-RU" sz="1400" dirty="0"/>
              <a:t>2.9. Посчитать общее количество записей на курсы.</a:t>
            </a:r>
          </a:p>
          <a:p>
            <a:r>
              <a:rPr lang="ru-RU" sz="1400" dirty="0"/>
              <a:t>2.10. Для каждого курса посчитать количество записавшихся студентов, отсортированных по убыванию популярности.</a:t>
            </a:r>
          </a:p>
          <a:p>
            <a:r>
              <a:rPr lang="ru-RU" sz="1400" dirty="0"/>
              <a:t>2.11. Посчитать средний балл по каждому курсу (по таблице </a:t>
            </a:r>
            <a:r>
              <a:rPr lang="ru-RU" sz="1400" dirty="0" err="1"/>
              <a:t>grades</a:t>
            </a:r>
            <a:r>
              <a:rPr lang="ru-RU" sz="1400" dirty="0"/>
              <a:t> через </a:t>
            </a:r>
            <a:r>
              <a:rPr lang="ru-RU" sz="1400" dirty="0" err="1"/>
              <a:t>enrollments</a:t>
            </a:r>
            <a:r>
              <a:rPr lang="ru-RU" sz="1400" dirty="0"/>
              <a:t>).</a:t>
            </a:r>
          </a:p>
          <a:p>
            <a:r>
              <a:rPr lang="ru-RU" sz="1400" dirty="0"/>
              <a:t>2.12. Вывести курсы, средний балл по которым выше 4.5.</a:t>
            </a:r>
          </a:p>
          <a:p>
            <a:r>
              <a:rPr lang="ru-RU" sz="1400" dirty="0"/>
              <a:t>2.13. Для каждого преподавателя посчитать количество курсов, которые он ведёт.</a:t>
            </a:r>
          </a:p>
          <a:p>
            <a:r>
              <a:rPr lang="ru-RU" sz="1400" dirty="0"/>
              <a:t>2.14. Вывести преподавателей, ведущих более одного курса.</a:t>
            </a:r>
          </a:p>
          <a:p>
            <a:r>
              <a:rPr lang="ru-RU" sz="1400" dirty="0"/>
              <a:t>2.15. Посчитать суммарное количество кредитов по каждому департаменту (через курсы и преподавателей).</a:t>
            </a:r>
          </a:p>
          <a:p>
            <a:r>
              <a:rPr lang="ru-RU" sz="1400" dirty="0"/>
              <a:t>2.16. Найти самый популярный курс (по количеству записей).</a:t>
            </a:r>
          </a:p>
          <a:p>
            <a:r>
              <a:rPr lang="ru-RU" sz="1400" dirty="0"/>
              <a:t>2.17. Для каждого студента посчитать количество курсов, на которые он записан, отсортированных по убыванию.</a:t>
            </a:r>
          </a:p>
          <a:p>
            <a:r>
              <a:rPr lang="ru-RU" sz="1400" dirty="0"/>
              <a:t>2.18. Вывести студентов, записанных более чем на два курса.</a:t>
            </a:r>
          </a:p>
          <a:p>
            <a:r>
              <a:rPr lang="ru-RU" sz="1400" dirty="0"/>
              <a:t>2.19. Посчитать количество оценок «5», «4», «3», «2» отдельно (используйте GROUP BY </a:t>
            </a:r>
            <a:r>
              <a:rPr lang="ru-RU" sz="1400" dirty="0" err="1"/>
              <a:t>grade</a:t>
            </a:r>
            <a:r>
              <a:rPr lang="ru-RU" sz="1400" dirty="0"/>
              <a:t>).</a:t>
            </a:r>
          </a:p>
          <a:p>
            <a:r>
              <a:rPr lang="ru-RU" sz="1400" dirty="0"/>
              <a:t>2.20. Найти средний балл каждого студента по всем его курсам.</a:t>
            </a:r>
          </a:p>
        </p:txBody>
      </p:sp>
    </p:spTree>
    <p:extLst>
      <p:ext uri="{BB962C8B-B14F-4D97-AF65-F5344CB8AC3E}">
        <p14:creationId xmlns:p14="http://schemas.microsoft.com/office/powerpoint/2010/main" val="78132129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7037&quot;&gt;&lt;version val=&quot;32425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yearfmt&gt;&lt;begin val=&quot;0&quot;/&gt;&lt;end val=&quot;4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4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Тема Office">
  <a:themeElements>
    <a:clrScheme name="Другая 141">
      <a:dk1>
        <a:srgbClr val="000000"/>
      </a:dk1>
      <a:lt1>
        <a:srgbClr val="FFFFFF"/>
      </a:lt1>
      <a:dk2>
        <a:srgbClr val="F1F2F1"/>
      </a:dk2>
      <a:lt2>
        <a:srgbClr val="5E5C5C"/>
      </a:lt2>
      <a:accent1>
        <a:srgbClr val="EB8B2D"/>
      </a:accent1>
      <a:accent2>
        <a:srgbClr val="CD441F"/>
      </a:accent2>
      <a:accent3>
        <a:srgbClr val="88192B"/>
      </a:accent3>
      <a:accent4>
        <a:srgbClr val="FEDE5D"/>
      </a:accent4>
      <a:accent5>
        <a:srgbClr val="4DA958"/>
      </a:accent5>
      <a:accent6>
        <a:srgbClr val="B5DCA4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80000" tIns="90000" rIns="46800" bIns="46800" rtlCol="0" anchor="t"/>
      <a:lstStyle>
        <a:defPPr algn="l">
          <a:defRPr sz="12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 anchor="t">
        <a:spAutoFit/>
      </a:bodyPr>
      <a:lstStyle>
        <a:defPPr algn="l">
          <a:defRPr sz="1200" dirty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16984</TotalTime>
  <Words>4035</Words>
  <Application>Microsoft Office PowerPoint</Application>
  <PresentationFormat>Широкоэкранный</PresentationFormat>
  <Paragraphs>468</Paragraphs>
  <Slides>31</Slides>
  <Notes>0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31</vt:i4>
      </vt:variant>
    </vt:vector>
  </HeadingPairs>
  <TitlesOfParts>
    <vt:vector size="37" baseType="lpstr">
      <vt:lpstr>Arial</vt:lpstr>
      <vt:lpstr>Calibri</vt:lpstr>
      <vt:lpstr>Menlo</vt:lpstr>
      <vt:lpstr>quote-cjk-patch</vt:lpstr>
      <vt:lpstr>Тема Office</vt:lpstr>
      <vt:lpstr>Слайд think-cell</vt:lpstr>
      <vt:lpstr>Основы SQL </vt:lpstr>
      <vt:lpstr>Что такое SQL и Postgresql? </vt:lpstr>
      <vt:lpstr>Классификация комманд</vt:lpstr>
      <vt:lpstr>Типы данных в Postgresql</vt:lpstr>
      <vt:lpstr>DDL: create </vt:lpstr>
      <vt:lpstr>DDL: alter и drop</vt:lpstr>
      <vt:lpstr>DML: insert и select</vt:lpstr>
      <vt:lpstr>select</vt:lpstr>
      <vt:lpstr>where</vt:lpstr>
      <vt:lpstr>DML: update и delete</vt:lpstr>
      <vt:lpstr>Аггрегация: считаем и суммируем</vt:lpstr>
      <vt:lpstr>Having – фильтр для групп</vt:lpstr>
      <vt:lpstr>Вспоминаем математику за 5-6 класс</vt:lpstr>
      <vt:lpstr>join – соединение таблиц</vt:lpstr>
      <vt:lpstr>Inner join – только совпадения</vt:lpstr>
      <vt:lpstr>left join – все строки левой таблицы</vt:lpstr>
      <vt:lpstr>Right join – все строки правой таблицы</vt:lpstr>
      <vt:lpstr>Full outer join – все строки с обеих сторон</vt:lpstr>
      <vt:lpstr>Cross join – перекрестное соединение</vt:lpstr>
      <vt:lpstr>Подзапросы: запрос внутри запроса </vt:lpstr>
      <vt:lpstr>Подзапросы: запрос внутри запроса </vt:lpstr>
      <vt:lpstr>Подзапросы: запрос внутри запроса </vt:lpstr>
      <vt:lpstr>Exists – проверка существования</vt:lpstr>
      <vt:lpstr>Вопросы для самопроверки</vt:lpstr>
      <vt:lpstr>Материал к лабораторной работе №1</vt:lpstr>
      <vt:lpstr>Материал к лабораторной работе №1</vt:lpstr>
      <vt:lpstr>Материал к лабораторной работе №1</vt:lpstr>
      <vt:lpstr>Материал к лабораторной работе №1</vt:lpstr>
      <vt:lpstr>Требования к отчетности</vt:lpstr>
      <vt:lpstr>Блок1: простые выборки и фильтрация (like, ilike, age изучить самостоятельно)</vt:lpstr>
      <vt:lpstr>Блок2: агрегация и группировка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m9990007889@gmail.com</dc:creator>
  <cp:lastModifiedBy>Vitaliy Vyacheslavovich</cp:lastModifiedBy>
  <cp:revision>1179</cp:revision>
  <cp:lastPrinted>2023-10-27T04:49:26Z</cp:lastPrinted>
  <dcterms:created xsi:type="dcterms:W3CDTF">2021-03-31T07:59:31Z</dcterms:created>
  <dcterms:modified xsi:type="dcterms:W3CDTF">2026-10-13T14:15:16Z</dcterms:modified>
</cp:coreProperties>
</file>