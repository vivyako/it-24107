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6" r:id="rId5"/>
    <p:sldId id="277" r:id="rId6"/>
    <p:sldId id="259" r:id="rId7"/>
    <p:sldId id="260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</p:sldIdLst>
  <p:sldSz cx="12192000" cy="6858000"/>
  <p:notesSz cx="6797675" cy="9926638"/>
  <p:custDataLst>
    <p:tags r:id="rId1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апин Вячеслав Александрович ТУ" initials="ЛВАТ" lastIdx="7" clrIdx="0">
    <p:extLst>
      <p:ext uri="{19B8F6BF-5375-455C-9EA6-DF929625EA0E}">
        <p15:presenceInfo xmlns:p15="http://schemas.microsoft.com/office/powerpoint/2012/main" userId="S-1-5-21-2916640784-1408808472-2825091876-1646" providerId="AD"/>
      </p:ext>
    </p:extLst>
  </p:cmAuthor>
  <p:cmAuthor id="2" name="Гурская Татьяна Викторовна" initials="ГТВ" lastIdx="7" clrIdx="1">
    <p:extLst>
      <p:ext uri="{19B8F6BF-5375-455C-9EA6-DF929625EA0E}">
        <p15:presenceInfo xmlns:p15="http://schemas.microsoft.com/office/powerpoint/2012/main" userId="S-1-5-21-2916640784-1408808472-2825091876-29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192B"/>
    <a:srgbClr val="F2F2F2"/>
    <a:srgbClr val="BFBFBF"/>
    <a:srgbClr val="FFFFFF"/>
    <a:srgbClr val="FAF8F6"/>
    <a:srgbClr val="F7F7F7"/>
    <a:srgbClr val="F2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78" autoAdjust="0"/>
    <p:restoredTop sz="96296"/>
  </p:normalViewPr>
  <p:slideViewPr>
    <p:cSldViewPr snapToGrid="0" snapToObjects="1" showGuides="1">
      <p:cViewPr varScale="1">
        <p:scale>
          <a:sx n="159" d="100"/>
          <a:sy n="159" d="100"/>
        </p:scale>
        <p:origin x="696" y="13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28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00FBA-3B4D-594C-9C95-852DB6F34EF1}" type="datetimeFigureOut">
              <a:rPr lang="ru-RU" smtClean="0"/>
              <a:t>09.10.2026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C0842-6D7A-3748-8A63-0F77479CA0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7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6.png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5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7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2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2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3.png"/><Relationship Id="rId4" Type="http://schemas.openxmlformats.org/officeDocument/2006/relationships/image" Target="../media/image2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2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2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21.png"/><Relationship Id="rId4" Type="http://schemas.openxmlformats.org/officeDocument/2006/relationships/image" Target="../media/image2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2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3.png"/><Relationship Id="rId4" Type="http://schemas.openxmlformats.org/officeDocument/2006/relationships/image" Target="../media/image2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30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image" Target="../media/image3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3.png"/><Relationship Id="rId4" Type="http://schemas.openxmlformats.org/officeDocument/2006/relationships/image" Target="../media/image3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5" Type="http://schemas.openxmlformats.org/officeDocument/2006/relationships/image" Target="../media/image3.png"/><Relationship Id="rId4" Type="http://schemas.openxmlformats.org/officeDocument/2006/relationships/image" Target="../media/image33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3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3.png"/><Relationship Id="rId4" Type="http://schemas.openxmlformats.org/officeDocument/2006/relationships/image" Target="../media/image3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3.png"/><Relationship Id="rId4" Type="http://schemas.openxmlformats.org/officeDocument/2006/relationships/image" Target="../media/image36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3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3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3.png"/><Relationship Id="rId4" Type="http://schemas.openxmlformats.org/officeDocument/2006/relationships/image" Target="../media/image39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3.png"/><Relationship Id="rId4" Type="http://schemas.openxmlformats.org/officeDocument/2006/relationships/image" Target="../media/image40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3.png"/><Relationship Id="rId4" Type="http://schemas.openxmlformats.org/officeDocument/2006/relationships/image" Target="../media/image4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42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6.png"/><Relationship Id="rId4" Type="http://schemas.openxmlformats.org/officeDocument/2006/relationships/image" Target="../media/image19.emf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>
            <a:extLst>
              <a:ext uri="{FF2B5EF4-FFF2-40B4-BE49-F238E27FC236}">
                <a16:creationId xmlns:a16="http://schemas.microsoft.com/office/drawing/2014/main" id="{C0AA46F0-EFAB-2347-98F5-5E55DE446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1619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332399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{{</a:t>
            </a:r>
            <a:r>
              <a:rPr lang="en-US" dirty="0" err="1"/>
              <a:t>slide_title</a:t>
            </a:r>
            <a:r>
              <a:rPr lang="en-US" dirty="0"/>
              <a:t>}}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BC9D3F86-46AF-B148-81A5-CE22C9BB6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763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slide_notes</a:t>
            </a:r>
            <a:r>
              <a:rPr lang="en-US" dirty="0"/>
              <a:t>}}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AFC488C8-D795-4AF8-8BF7-C919C329C8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6847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slide_content</a:t>
            </a:r>
            <a:r>
              <a:rPr lang="en-US" dirty="0"/>
              <a:t>}}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58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стер-слайд с цифр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2E150D18-2735-3F4F-B656-268860013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53443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FDDCCA04-AB36-CA40-8858-3A88A598261D}"/>
              </a:ext>
            </a:extLst>
          </p:cNvPr>
          <p:cNvSpPr/>
          <p:nvPr userDrawn="1"/>
        </p:nvSpPr>
        <p:spPr>
          <a:xfrm>
            <a:off x="183232" y="394708"/>
            <a:ext cx="344262" cy="344262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E2AFA8CC-E203-3B46-8841-08782D6612F8}"/>
              </a:ext>
            </a:extLst>
          </p:cNvPr>
          <p:cNvSpPr/>
          <p:nvPr userDrawn="1"/>
        </p:nvSpPr>
        <p:spPr>
          <a:xfrm>
            <a:off x="0" y="394708"/>
            <a:ext cx="70734" cy="344262"/>
          </a:xfrm>
          <a:custGeom>
            <a:avLst/>
            <a:gdLst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  <a:gd name="connsiteX6" fmla="*/ 0 w 70734"/>
              <a:gd name="connsiteY6" fmla="*/ 0 h 344262"/>
              <a:gd name="connsiteX0" fmla="*/ 0 w 91440"/>
              <a:gd name="connsiteY0" fmla="*/ 0 h 344262"/>
              <a:gd name="connsiteX1" fmla="*/ 13356 w 91440"/>
              <a:gd name="connsiteY1" fmla="*/ 0 h 344262"/>
              <a:gd name="connsiteX2" fmla="*/ 70734 w 91440"/>
              <a:gd name="connsiteY2" fmla="*/ 57378 h 344262"/>
              <a:gd name="connsiteX3" fmla="*/ 70734 w 91440"/>
              <a:gd name="connsiteY3" fmla="*/ 286884 h 344262"/>
              <a:gd name="connsiteX4" fmla="*/ 13356 w 91440"/>
              <a:gd name="connsiteY4" fmla="*/ 344262 h 344262"/>
              <a:gd name="connsiteX5" fmla="*/ 0 w 91440"/>
              <a:gd name="connsiteY5" fmla="*/ 344262 h 344262"/>
              <a:gd name="connsiteX6" fmla="*/ 91440 w 91440"/>
              <a:gd name="connsiteY6" fmla="*/ 91440 h 344262"/>
              <a:gd name="connsiteX0" fmla="*/ 0 w 70734"/>
              <a:gd name="connsiteY0" fmla="*/ 0 h 344262"/>
              <a:gd name="connsiteX1" fmla="*/ 13356 w 70734"/>
              <a:gd name="connsiteY1" fmla="*/ 0 h 344262"/>
              <a:gd name="connsiteX2" fmla="*/ 70734 w 70734"/>
              <a:gd name="connsiteY2" fmla="*/ 57378 h 344262"/>
              <a:gd name="connsiteX3" fmla="*/ 70734 w 70734"/>
              <a:gd name="connsiteY3" fmla="*/ 286884 h 344262"/>
              <a:gd name="connsiteX4" fmla="*/ 13356 w 70734"/>
              <a:gd name="connsiteY4" fmla="*/ 344262 h 344262"/>
              <a:gd name="connsiteX5" fmla="*/ 0 w 70734"/>
              <a:gd name="connsiteY5" fmla="*/ 344262 h 34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34" h="344262">
                <a:moveTo>
                  <a:pt x="0" y="0"/>
                </a:moveTo>
                <a:lnTo>
                  <a:pt x="13356" y="0"/>
                </a:lnTo>
                <a:cubicBezTo>
                  <a:pt x="45045" y="0"/>
                  <a:pt x="70734" y="25689"/>
                  <a:pt x="70734" y="57378"/>
                </a:cubicBezTo>
                <a:lnTo>
                  <a:pt x="70734" y="286884"/>
                </a:lnTo>
                <a:cubicBezTo>
                  <a:pt x="70734" y="318573"/>
                  <a:pt x="45045" y="344262"/>
                  <a:pt x="13356" y="344262"/>
                </a:cubicBezTo>
                <a:lnTo>
                  <a:pt x="0" y="344262"/>
                </a:ln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74849930-4011-2E4D-B370-37F0F5CD9D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CD0E9984-F526-164F-82E1-D652506C94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232" y="394709"/>
            <a:ext cx="344262" cy="344262"/>
          </a:xfrm>
          <a:noFill/>
        </p:spPr>
        <p:txBody>
          <a:bodyPr lIns="0" tIns="0" rIns="0" bIns="0" anchor="ctr">
            <a:noAutofit/>
          </a:bodyPr>
          <a:lstStyle>
            <a:lvl1pPr marL="0" indent="0" algn="ctr">
              <a:buFontTx/>
              <a:buNone/>
              <a:defRPr sz="12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8BC89-BBDC-4215-A269-A3D08BC32F6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4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2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331CB090-1FE3-384B-9D86-A7F938FB7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7273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31A9401-66B5-EB45-B593-DBE86B2D64EB}"/>
              </a:ext>
            </a:extLst>
          </p:cNvPr>
          <p:cNvGrpSpPr/>
          <p:nvPr userDrawn="1"/>
        </p:nvGrpSpPr>
        <p:grpSpPr>
          <a:xfrm>
            <a:off x="3649466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6EE0B24-B8A3-0548-8081-25AD766E440C}"/>
              </a:ext>
            </a:extLst>
          </p:cNvPr>
          <p:cNvSpPr/>
          <p:nvPr userDrawn="1"/>
        </p:nvSpPr>
        <p:spPr>
          <a:xfrm>
            <a:off x="3867461" y="0"/>
            <a:ext cx="8324539" cy="6858000"/>
          </a:xfrm>
          <a:custGeom>
            <a:avLst/>
            <a:gdLst>
              <a:gd name="connsiteX0" fmla="*/ 0 w 8399490"/>
              <a:gd name="connsiteY0" fmla="*/ 0 h 6858000"/>
              <a:gd name="connsiteX1" fmla="*/ 1312888 w 8399490"/>
              <a:gd name="connsiteY1" fmla="*/ 0 h 6858000"/>
              <a:gd name="connsiteX2" fmla="*/ 7104699 w 8399490"/>
              <a:gd name="connsiteY2" fmla="*/ 0 h 6858000"/>
              <a:gd name="connsiteX3" fmla="*/ 8399490 w 8399490"/>
              <a:gd name="connsiteY3" fmla="*/ 0 h 6858000"/>
              <a:gd name="connsiteX4" fmla="*/ 8399490 w 8399490"/>
              <a:gd name="connsiteY4" fmla="*/ 6858000 h 6858000"/>
              <a:gd name="connsiteX5" fmla="*/ 8399489 w 8399490"/>
              <a:gd name="connsiteY5" fmla="*/ 6858000 h 6858000"/>
              <a:gd name="connsiteX6" fmla="*/ 1312888 w 8399490"/>
              <a:gd name="connsiteY6" fmla="*/ 6858000 h 6858000"/>
              <a:gd name="connsiteX7" fmla="*/ 1294790 w 839949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490" h="6858000">
                <a:moveTo>
                  <a:pt x="0" y="0"/>
                </a:moveTo>
                <a:lnTo>
                  <a:pt x="1312888" y="0"/>
                </a:lnTo>
                <a:lnTo>
                  <a:pt x="7104699" y="0"/>
                </a:lnTo>
                <a:lnTo>
                  <a:pt x="8399490" y="0"/>
                </a:lnTo>
                <a:lnTo>
                  <a:pt x="8399490" y="6858000"/>
                </a:lnTo>
                <a:lnTo>
                  <a:pt x="8399489" y="6858000"/>
                </a:lnTo>
                <a:lnTo>
                  <a:pt x="1312888" y="6858000"/>
                </a:lnTo>
                <a:lnTo>
                  <a:pt x="1294790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8" name="Заголовок 16">
            <a:extLst>
              <a:ext uri="{FF2B5EF4-FFF2-40B4-BE49-F238E27FC236}">
                <a16:creationId xmlns:a16="http://schemas.microsoft.com/office/drawing/2014/main" id="{4DAFD9ED-F51F-7946-A209-364F853CB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2630329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C251DC40-B978-F64A-9CDE-4F61D94F85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383362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9FF4D68-3FF9-5B44-B685-123DD897E6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EEBFA74-84E0-7045-B360-ADA292591A7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B1F8A37-9FB8-0B48-B9A8-FFF00F4567C8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1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8109D373-A5FC-3145-A72E-19E6093F3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114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A5206CF0-26BD-0740-9F78-3A9C35798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732C1E6C-0422-454C-81E2-52D60891D0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29BA9F8-54A0-E44E-93C7-F7EBC6A7E16F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226128-6444-A446-98BA-DF341CF84B1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77DD2B-E2FC-2E45-8E26-31E358FB9FF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4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2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D93B0A69-B7D5-5A48-ADC3-AB1A9D78FC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0472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5330559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7987E582-CD0D-4546-B723-8831CB5C99C4}"/>
              </a:ext>
            </a:extLst>
          </p:cNvPr>
          <p:cNvSpPr/>
          <p:nvPr userDrawn="1"/>
        </p:nvSpPr>
        <p:spPr>
          <a:xfrm>
            <a:off x="5546360" y="0"/>
            <a:ext cx="6645640" cy="6858000"/>
          </a:xfrm>
          <a:custGeom>
            <a:avLst/>
            <a:gdLst>
              <a:gd name="connsiteX0" fmla="*/ 0 w 6645640"/>
              <a:gd name="connsiteY0" fmla="*/ 0 h 6858000"/>
              <a:gd name="connsiteX1" fmla="*/ 1315082 w 6645640"/>
              <a:gd name="connsiteY1" fmla="*/ 0 h 6858000"/>
              <a:gd name="connsiteX2" fmla="*/ 5292944 w 6645640"/>
              <a:gd name="connsiteY2" fmla="*/ 0 h 6858000"/>
              <a:gd name="connsiteX3" fmla="*/ 6645640 w 6645640"/>
              <a:gd name="connsiteY3" fmla="*/ 0 h 6858000"/>
              <a:gd name="connsiteX4" fmla="*/ 6645640 w 6645640"/>
              <a:gd name="connsiteY4" fmla="*/ 6858000 h 6858000"/>
              <a:gd name="connsiteX5" fmla="*/ 6600669 w 6645640"/>
              <a:gd name="connsiteY5" fmla="*/ 6858000 h 6858000"/>
              <a:gd name="connsiteX6" fmla="*/ 1315082 w 6645640"/>
              <a:gd name="connsiteY6" fmla="*/ 6858000 h 6858000"/>
              <a:gd name="connsiteX7" fmla="*/ 1307725 w 664564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45640" h="6858000">
                <a:moveTo>
                  <a:pt x="0" y="0"/>
                </a:moveTo>
                <a:lnTo>
                  <a:pt x="1315082" y="0"/>
                </a:lnTo>
                <a:lnTo>
                  <a:pt x="5292944" y="0"/>
                </a:lnTo>
                <a:lnTo>
                  <a:pt x="6645640" y="0"/>
                </a:lnTo>
                <a:lnTo>
                  <a:pt x="6645640" y="6858000"/>
                </a:lnTo>
                <a:lnTo>
                  <a:pt x="6600669" y="6858000"/>
                </a:lnTo>
                <a:lnTo>
                  <a:pt x="1315082" y="6858000"/>
                </a:lnTo>
                <a:lnTo>
                  <a:pt x="1307725" y="685800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AB1AEA3B-AC4B-E140-9340-6B454EBD0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7" y="402822"/>
            <a:ext cx="441497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25578347-EE4A-9C43-90AD-D7FA8D7FE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5279473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8040010-421A-6B44-97A4-119E862C416B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3FAD98-8606-774A-A4A8-3920B0033A1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EFB1FC0-4632-CE42-883F-35F2AF32BA5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8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B10BD2F5-DFF1-F341-88B5-9F4DB6B58E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7258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0D0FF622-0622-C34A-80BB-EF8A7970B4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5BBE7582-2D3B-AE4F-B4B8-924A7A1851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DE6E614-9769-B047-B502-A37F9A43E332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F9E8E8-0001-B143-8B76-58D480FDF88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050CC4-9818-2B4B-9B29-EB72E82CD3D9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7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 1/3 заливки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2FEFCD2D-F76E-834A-A99F-E36DD0B6361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9995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12528276-D9FD-794D-8243-88ED659A47E0}"/>
              </a:ext>
            </a:extLst>
          </p:cNvPr>
          <p:cNvSpPr/>
          <p:nvPr userDrawn="1"/>
        </p:nvSpPr>
        <p:spPr>
          <a:xfrm>
            <a:off x="7291725" y="0"/>
            <a:ext cx="4900275" cy="6858000"/>
          </a:xfrm>
          <a:custGeom>
            <a:avLst/>
            <a:gdLst>
              <a:gd name="connsiteX0" fmla="*/ 0 w 4900275"/>
              <a:gd name="connsiteY0" fmla="*/ 0 h 6858000"/>
              <a:gd name="connsiteX1" fmla="*/ 1315082 w 4900275"/>
              <a:gd name="connsiteY1" fmla="*/ 0 h 6858000"/>
              <a:gd name="connsiteX2" fmla="*/ 4900275 w 4900275"/>
              <a:gd name="connsiteY2" fmla="*/ 0 h 6858000"/>
              <a:gd name="connsiteX3" fmla="*/ 4900275 w 4900275"/>
              <a:gd name="connsiteY3" fmla="*/ 6858000 h 6858000"/>
              <a:gd name="connsiteX4" fmla="*/ 1315082 w 4900275"/>
              <a:gd name="connsiteY4" fmla="*/ 6858000 h 6858000"/>
              <a:gd name="connsiteX5" fmla="*/ 1307725 w 4900275"/>
              <a:gd name="connsiteY5" fmla="*/ 6858000 h 6858000"/>
              <a:gd name="connsiteX6" fmla="*/ 0 w 4900275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0275" h="6858000">
                <a:moveTo>
                  <a:pt x="0" y="0"/>
                </a:moveTo>
                <a:lnTo>
                  <a:pt x="1315082" y="0"/>
                </a:lnTo>
                <a:lnTo>
                  <a:pt x="4900275" y="0"/>
                </a:lnTo>
                <a:lnTo>
                  <a:pt x="4900275" y="6858000"/>
                </a:lnTo>
                <a:lnTo>
                  <a:pt x="1315082" y="6858000"/>
                </a:lnTo>
                <a:lnTo>
                  <a:pt x="1307725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25FCF0-2689-E740-92E7-6F6AA6DD9764}"/>
              </a:ext>
            </a:extLst>
          </p:cNvPr>
          <p:cNvGrpSpPr/>
          <p:nvPr userDrawn="1"/>
        </p:nvGrpSpPr>
        <p:grpSpPr>
          <a:xfrm>
            <a:off x="7069412" y="0"/>
            <a:ext cx="1530883" cy="6858000"/>
            <a:chOff x="3649466" y="0"/>
            <a:chExt cx="1530883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42F2280B-3D11-8842-9510-B508563D75A7}"/>
                </a:ext>
              </a:extLst>
            </p:cNvPr>
            <p:cNvSpPr/>
            <p:nvPr userDrawn="1"/>
          </p:nvSpPr>
          <p:spPr>
            <a:xfrm flipH="1">
              <a:off x="364946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B769449B-14B1-384B-9171-2189627995C8}"/>
                </a:ext>
              </a:extLst>
            </p:cNvPr>
            <p:cNvSpPr/>
            <p:nvPr userDrawn="1"/>
          </p:nvSpPr>
          <p:spPr>
            <a:xfrm flipH="1">
              <a:off x="3756146" y="0"/>
              <a:ext cx="1424203" cy="6858000"/>
            </a:xfrm>
            <a:prstGeom prst="parallelogram">
              <a:avLst>
                <a:gd name="adj" fmla="val 9186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4035D7B3-4854-5943-9D99-7DC8694E7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615382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33A1594-EA2F-AF4C-A860-A78F7DBA41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7E09A19-A0FF-3D48-BCF1-47225CD7CB2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E705500-A378-A74D-8862-0093F410771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358150-9FBD-C74B-8887-FFB860C2E3BC}"/>
              </a:ext>
            </a:extLst>
          </p:cNvPr>
          <p:cNvSpPr/>
          <p:nvPr userDrawn="1"/>
        </p:nvSpPr>
        <p:spPr>
          <a:xfrm>
            <a:off x="8674440" y="6403462"/>
            <a:ext cx="236203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0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залив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D53ADF0-C1DC-8E47-A4C4-7F636F65AE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3178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38DBFD21-2ABB-7742-A243-91032BE024AF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38955"/>
                </a:lnTo>
                <a:lnTo>
                  <a:pt x="0" y="9085006"/>
                </a:lnTo>
                <a:close/>
              </a:path>
            </a:pathLst>
          </a:cu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24F3D68-6BA1-3C4E-B14B-2DD63721CC9D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08772EC-E4D1-1547-ADF5-594B1C5CB22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29642E3-0970-7C4E-B9EE-C3273F5463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4E21FC6F-C1D8-BF4D-97D3-976B84D8E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5172B85-A0CD-B24A-BCAB-B123A1C8D0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2AA9D97E-1EC3-F048-9CFD-F35F05BBC1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E800E7-478C-864A-B25F-4096900EE6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79BC661-EAD1-CC4D-A34C-194D61B0BA83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4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2/3 градиен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61F4C62-7735-054B-B3F9-972F97076C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64407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Полилиния 24">
            <a:extLst>
              <a:ext uri="{FF2B5EF4-FFF2-40B4-BE49-F238E27FC236}">
                <a16:creationId xmlns:a16="http://schemas.microsoft.com/office/drawing/2014/main" id="{0CB11AFE-9411-2044-8A46-6AC5FEF2BEAC}"/>
              </a:ext>
            </a:extLst>
          </p:cNvPr>
          <p:cNvSpPr/>
          <p:nvPr userDrawn="1"/>
        </p:nvSpPr>
        <p:spPr>
          <a:xfrm rot="5400000">
            <a:off x="4208248" y="-1101253"/>
            <a:ext cx="6882498" cy="9085006"/>
          </a:xfrm>
          <a:custGeom>
            <a:avLst/>
            <a:gdLst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75352 w 6858000"/>
              <a:gd name="connsiteY4" fmla="*/ 794446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14392 w 6858000"/>
              <a:gd name="connsiteY4" fmla="*/ 7913984 h 9085006"/>
              <a:gd name="connsiteX5" fmla="*/ 0 w 6858000"/>
              <a:gd name="connsiteY5" fmla="*/ 9085006 h 9085006"/>
              <a:gd name="connsiteX0" fmla="*/ 0 w 6858000"/>
              <a:gd name="connsiteY0" fmla="*/ 9085006 h 9085006"/>
              <a:gd name="connsiteX1" fmla="*/ 0 w 6858000"/>
              <a:gd name="connsiteY1" fmla="*/ 0 h 9085006"/>
              <a:gd name="connsiteX2" fmla="*/ 6858000 w 6858000"/>
              <a:gd name="connsiteY2" fmla="*/ 0 h 9085006"/>
              <a:gd name="connsiteX3" fmla="*/ 6858000 w 6858000"/>
              <a:gd name="connsiteY3" fmla="*/ 9054583 h 9085006"/>
              <a:gd name="connsiteX4" fmla="*/ 3428906 w 6858000"/>
              <a:gd name="connsiteY4" fmla="*/ 8138955 h 9085006"/>
              <a:gd name="connsiteX5" fmla="*/ 0 w 6858000"/>
              <a:gd name="connsiteY5" fmla="*/ 9085006 h 9085006"/>
              <a:gd name="connsiteX0" fmla="*/ 0 w 6882493"/>
              <a:gd name="connsiteY0" fmla="*/ 9085006 h 9085006"/>
              <a:gd name="connsiteX1" fmla="*/ 0 w 6882493"/>
              <a:gd name="connsiteY1" fmla="*/ 0 h 9085006"/>
              <a:gd name="connsiteX2" fmla="*/ 6858000 w 6882493"/>
              <a:gd name="connsiteY2" fmla="*/ 0 h 9085006"/>
              <a:gd name="connsiteX3" fmla="*/ 6882493 w 6882493"/>
              <a:gd name="connsiteY3" fmla="*/ 9070911 h 9085006"/>
              <a:gd name="connsiteX4" fmla="*/ 3428906 w 6882493"/>
              <a:gd name="connsiteY4" fmla="*/ 8138955 h 9085006"/>
              <a:gd name="connsiteX5" fmla="*/ 0 w 6882493"/>
              <a:gd name="connsiteY5" fmla="*/ 9085006 h 9085006"/>
              <a:gd name="connsiteX0" fmla="*/ 0 w 6874331"/>
              <a:gd name="connsiteY0" fmla="*/ 9085006 h 9085006"/>
              <a:gd name="connsiteX1" fmla="*/ 0 w 6874331"/>
              <a:gd name="connsiteY1" fmla="*/ 0 h 9085006"/>
              <a:gd name="connsiteX2" fmla="*/ 6858000 w 6874331"/>
              <a:gd name="connsiteY2" fmla="*/ 0 h 9085006"/>
              <a:gd name="connsiteX3" fmla="*/ 6874331 w 6874331"/>
              <a:gd name="connsiteY3" fmla="*/ 9062747 h 9085006"/>
              <a:gd name="connsiteX4" fmla="*/ 3428906 w 6874331"/>
              <a:gd name="connsiteY4" fmla="*/ 8138955 h 9085006"/>
              <a:gd name="connsiteX5" fmla="*/ 0 w 6874331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0163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55283 w 6882498"/>
              <a:gd name="connsiteY4" fmla="*/ 8138955 h 9085006"/>
              <a:gd name="connsiteX5" fmla="*/ 0 w 6882498"/>
              <a:gd name="connsiteY5" fmla="*/ 9085006 h 9085006"/>
              <a:gd name="connsiteX0" fmla="*/ 0 w 6882498"/>
              <a:gd name="connsiteY0" fmla="*/ 9085006 h 9085006"/>
              <a:gd name="connsiteX1" fmla="*/ 0 w 6882498"/>
              <a:gd name="connsiteY1" fmla="*/ 0 h 9085006"/>
              <a:gd name="connsiteX2" fmla="*/ 6858000 w 6882498"/>
              <a:gd name="connsiteY2" fmla="*/ 0 h 9085006"/>
              <a:gd name="connsiteX3" fmla="*/ 6882498 w 6882498"/>
              <a:gd name="connsiteY3" fmla="*/ 9079076 h 9085006"/>
              <a:gd name="connsiteX4" fmla="*/ 3428906 w 6882498"/>
              <a:gd name="connsiteY4" fmla="*/ 8156540 h 9085006"/>
              <a:gd name="connsiteX5" fmla="*/ 0 w 6882498"/>
              <a:gd name="connsiteY5" fmla="*/ 9085006 h 9085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2498" h="9085006">
                <a:moveTo>
                  <a:pt x="0" y="9085006"/>
                </a:moveTo>
                <a:lnTo>
                  <a:pt x="0" y="0"/>
                </a:lnTo>
                <a:lnTo>
                  <a:pt x="6858000" y="0"/>
                </a:lnTo>
                <a:cubicBezTo>
                  <a:pt x="6866164" y="3023637"/>
                  <a:pt x="6874334" y="6055439"/>
                  <a:pt x="6882498" y="9079076"/>
                </a:cubicBezTo>
                <a:lnTo>
                  <a:pt x="3428906" y="8156540"/>
                </a:lnTo>
                <a:lnTo>
                  <a:pt x="0" y="9085006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189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87A8BF8-8B64-7345-B8D8-D2B005A404F1}"/>
              </a:ext>
            </a:extLst>
          </p:cNvPr>
          <p:cNvGrpSpPr/>
          <p:nvPr userDrawn="1"/>
        </p:nvGrpSpPr>
        <p:grpSpPr>
          <a:xfrm>
            <a:off x="2924849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03AA737-7731-5D4B-93E9-8170425CDD10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12E1EB47-C8D5-324D-A43E-748FF75CD00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9BB290FA-0BE0-FF40-A96B-5BE20DC03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2018961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8802F073-65C6-D84E-933F-CC5D06A78C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2026007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4F4F6C43-8A86-D747-AC1B-5F7BD5E807F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FCF5145-1BA6-D741-8DAD-6CF2FFCBCFE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E817CBE-2F70-0546-BC57-D869DBF7B28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00137109-3779-E74D-A50A-BAD2E6958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71063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83C1CB54-B30C-8443-AF30-7FD7D4FB9756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9E37F7E-C336-9643-AC5D-D0FE6DDD67EF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6C324F41-AF03-884E-8654-6E6664AB8733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512D1BF3-1C93-CE45-8DB2-34E0032C5AC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5CA5854-7C33-0F4E-9038-C1C13F4AB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881D8B47-EB7C-6649-BF93-51455D9DB8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83FD54A-88D9-B845-A3A6-718A291D696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21445E-F72C-C24D-90CE-E133ECE97A0C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2B306DE-382D-7849-B66D-0EEE39DFB747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2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9CBA11B-339F-4343-A51B-93F6F783B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3554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95D8B76D-246E-4242-9780-F969AA656163}"/>
              </a:ext>
            </a:extLst>
          </p:cNvPr>
          <p:cNvSpPr/>
          <p:nvPr userDrawn="1"/>
        </p:nvSpPr>
        <p:spPr>
          <a:xfrm>
            <a:off x="5608219" y="0"/>
            <a:ext cx="6583781" cy="6858000"/>
          </a:xfrm>
          <a:custGeom>
            <a:avLst/>
            <a:gdLst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1171022 w 6583781"/>
              <a:gd name="connsiteY4" fmla="*/ 3414392 h 6858000"/>
              <a:gd name="connsiteX5" fmla="*/ 0 w 6583781"/>
              <a:gd name="connsiteY5" fmla="*/ 0 h 6858000"/>
              <a:gd name="connsiteX0" fmla="*/ 0 w 6583781"/>
              <a:gd name="connsiteY0" fmla="*/ 0 h 6858000"/>
              <a:gd name="connsiteX1" fmla="*/ 6583781 w 6583781"/>
              <a:gd name="connsiteY1" fmla="*/ 0 h 6858000"/>
              <a:gd name="connsiteX2" fmla="*/ 6583781 w 6583781"/>
              <a:gd name="connsiteY2" fmla="*/ 6858000 h 6858000"/>
              <a:gd name="connsiteX3" fmla="*/ 30423 w 6583781"/>
              <a:gd name="connsiteY3" fmla="*/ 6858000 h 6858000"/>
              <a:gd name="connsiteX4" fmla="*/ 889668 w 6583781"/>
              <a:gd name="connsiteY4" fmla="*/ 3431977 h 6858000"/>
              <a:gd name="connsiteX5" fmla="*/ 0 w 6583781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3781" h="6858000">
                <a:moveTo>
                  <a:pt x="0" y="0"/>
                </a:moveTo>
                <a:lnTo>
                  <a:pt x="6583781" y="0"/>
                </a:lnTo>
                <a:lnTo>
                  <a:pt x="6583781" y="6858000"/>
                </a:lnTo>
                <a:lnTo>
                  <a:pt x="30423" y="6858000"/>
                </a:lnTo>
                <a:lnTo>
                  <a:pt x="889668" y="34319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6BCBCD4-687C-B942-A7C2-195FA422A45D}"/>
              </a:ext>
            </a:extLst>
          </p:cNvPr>
          <p:cNvGrpSpPr/>
          <p:nvPr userDrawn="1"/>
        </p:nvGrpSpPr>
        <p:grpSpPr>
          <a:xfrm>
            <a:off x="5436180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44BEE77A-ECE5-9849-966B-ADB933E20C5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3160A6F8-107F-B64B-9A0D-D4C75BA521F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Заголовок 16">
            <a:extLst>
              <a:ext uri="{FF2B5EF4-FFF2-40B4-BE49-F238E27FC236}">
                <a16:creationId xmlns:a16="http://schemas.microsoft.com/office/drawing/2014/main" id="{0CDC513E-0CE6-1F41-8110-6F28BDD1B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4530292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D611BEAC-70B9-344B-A434-68FE15195B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8" y="6359240"/>
            <a:ext cx="4484244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FE53861-EA93-B74C-83AD-DDA0FF9DF0D7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0D4C207-E31F-0D4F-B51E-43EF9953B4D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036A70-831E-A143-B5D4-B6AB77EC5AF4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85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B73C5764-6228-A64E-8D79-ACA932C1457A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E450DD2-28F5-D947-A104-00BF2053FC43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DBAFEF0B-B938-F747-AA7D-B42D5762CA6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95B84EB3-72B9-E24B-83A0-B4E4F32A624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2D5A29B1-A881-4045-93B2-D4CD3FFCD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4FCF6F75-CDFE-5949-A756-FBF1DFE0E3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BB92506-89F4-1C47-BC01-EF0FC7D21D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EA8BC5-FDA6-2F47-A42D-A1F412C3582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440636-FBEA-9C4A-BD85-538C703A413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06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Мастер-слайд: стрелка и 1/3 гради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28AC313-AE0F-7240-97AF-55E3100A0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34430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3E4394A5-8516-5C4F-93B1-59FD8825F990}"/>
              </a:ext>
            </a:extLst>
          </p:cNvPr>
          <p:cNvSpPr/>
          <p:nvPr userDrawn="1"/>
        </p:nvSpPr>
        <p:spPr>
          <a:xfrm>
            <a:off x="7867461" y="0"/>
            <a:ext cx="4324539" cy="6858000"/>
          </a:xfrm>
          <a:custGeom>
            <a:avLst/>
            <a:gdLst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1171022 w 4238145"/>
              <a:gd name="connsiteY4" fmla="*/ 3414392 h 6858000"/>
              <a:gd name="connsiteX5" fmla="*/ 0 w 4238145"/>
              <a:gd name="connsiteY5" fmla="*/ 0 h 6858000"/>
              <a:gd name="connsiteX0" fmla="*/ 0 w 4238145"/>
              <a:gd name="connsiteY0" fmla="*/ 0 h 6858000"/>
              <a:gd name="connsiteX1" fmla="*/ 4238145 w 4238145"/>
              <a:gd name="connsiteY1" fmla="*/ 0 h 6858000"/>
              <a:gd name="connsiteX2" fmla="*/ 4238145 w 4238145"/>
              <a:gd name="connsiteY2" fmla="*/ 6858000 h 6858000"/>
              <a:gd name="connsiteX3" fmla="*/ 30423 w 4238145"/>
              <a:gd name="connsiteY3" fmla="*/ 6858000 h 6858000"/>
              <a:gd name="connsiteX4" fmla="*/ 863204 w 4238145"/>
              <a:gd name="connsiteY4" fmla="*/ 3414392 h 6858000"/>
              <a:gd name="connsiteX5" fmla="*/ 0 w 4238145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8145" h="6858000">
                <a:moveTo>
                  <a:pt x="0" y="0"/>
                </a:moveTo>
                <a:lnTo>
                  <a:pt x="4238145" y="0"/>
                </a:lnTo>
                <a:lnTo>
                  <a:pt x="4238145" y="6858000"/>
                </a:lnTo>
                <a:lnTo>
                  <a:pt x="30423" y="6858000"/>
                </a:lnTo>
                <a:lnTo>
                  <a:pt x="863204" y="341439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C4DF46C-98E3-5A40-9CAE-0AA278B874A6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8A8AECCE-0BAB-984D-A823-45462B988A3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099A9C1-5BA1-6246-BE47-2388262AA189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Заголовок 16">
            <a:extLst>
              <a:ext uri="{FF2B5EF4-FFF2-40B4-BE49-F238E27FC236}">
                <a16:creationId xmlns:a16="http://schemas.microsoft.com/office/drawing/2014/main" id="{A903A132-9B07-D44A-AFDD-0E7A30FD3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5" y="402822"/>
            <a:ext cx="6794505" cy="685801"/>
          </a:xfrm>
          <a:prstGeom prst="rect">
            <a:avLst/>
          </a:prstGeo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F716540C-C742-1342-996B-E961D68B10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3C37F96A-3E4F-BA4B-8A1A-82AEC35CA16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6D87D8-A92A-0646-8EF1-4BC826D6A08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AA01FA-BEAB-E54B-8013-4B0CB49E6A59}"/>
              </a:ext>
            </a:extLst>
          </p:cNvPr>
          <p:cNvSpPr/>
          <p:nvPr userDrawn="1"/>
        </p:nvSpPr>
        <p:spPr>
          <a:xfrm>
            <a:off x="8730916" y="6403462"/>
            <a:ext cx="23055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380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B66BD355-4C68-494D-AEE1-A0EDEC8B03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17201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911070" y="3430278"/>
                </a:lnTo>
                <a:lnTo>
                  <a:pt x="0" y="22866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EF3C153-09A8-9E4A-BBBA-B55EAC5E8C9F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639392A-FFBB-9145-9448-768616538149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F91A37A8-FD0D-A44E-84D1-F8FCE194948A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02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стрелка и фото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3418977-67EB-1441-B7C6-146BA8BA78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91071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9997" y="-5014"/>
            <a:ext cx="7331601" cy="686575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911070 w 7317201"/>
              <a:gd name="connsiteY5" fmla="*/ 3430278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53201"/>
              <a:gd name="connsiteY0" fmla="*/ 3590 h 6844239"/>
              <a:gd name="connsiteX1" fmla="*/ 7353201 w 7353201"/>
              <a:gd name="connsiteY1" fmla="*/ 0 h 6844239"/>
              <a:gd name="connsiteX2" fmla="*/ 7353201 w 7353201"/>
              <a:gd name="connsiteY2" fmla="*/ 6844239 h 6844239"/>
              <a:gd name="connsiteX3" fmla="*/ 36000 w 7353201"/>
              <a:gd name="connsiteY3" fmla="*/ 6844239 h 6844239"/>
              <a:gd name="connsiteX4" fmla="*/ 36000 w 7353201"/>
              <a:gd name="connsiteY4" fmla="*/ 6825611 h 6844239"/>
              <a:gd name="connsiteX5" fmla="*/ 947070 w 7353201"/>
              <a:gd name="connsiteY5" fmla="*/ 3430278 h 6844239"/>
              <a:gd name="connsiteX6" fmla="*/ 36000 w 7353201"/>
              <a:gd name="connsiteY6" fmla="*/ 22866 h 6844239"/>
              <a:gd name="connsiteX7" fmla="*/ 0 w 7353201"/>
              <a:gd name="connsiteY7" fmla="*/ 3590 h 6844239"/>
              <a:gd name="connsiteX0" fmla="*/ 0 w 7353201"/>
              <a:gd name="connsiteY0" fmla="*/ 5854 h 6846503"/>
              <a:gd name="connsiteX1" fmla="*/ 7353201 w 7353201"/>
              <a:gd name="connsiteY1" fmla="*/ 2264 h 6846503"/>
              <a:gd name="connsiteX2" fmla="*/ 7353201 w 7353201"/>
              <a:gd name="connsiteY2" fmla="*/ 6846503 h 6846503"/>
              <a:gd name="connsiteX3" fmla="*/ 36000 w 7353201"/>
              <a:gd name="connsiteY3" fmla="*/ 6846503 h 6846503"/>
              <a:gd name="connsiteX4" fmla="*/ 36000 w 7353201"/>
              <a:gd name="connsiteY4" fmla="*/ 6827875 h 6846503"/>
              <a:gd name="connsiteX5" fmla="*/ 947070 w 7353201"/>
              <a:gd name="connsiteY5" fmla="*/ 3432542 h 6846503"/>
              <a:gd name="connsiteX6" fmla="*/ 21600 w 7353201"/>
              <a:gd name="connsiteY6" fmla="*/ 0 h 6846503"/>
              <a:gd name="connsiteX7" fmla="*/ 0 w 7353201"/>
              <a:gd name="connsiteY7" fmla="*/ 5854 h 6846503"/>
              <a:gd name="connsiteX0" fmla="*/ 0 w 7331601"/>
              <a:gd name="connsiteY0" fmla="*/ 5854 h 6846503"/>
              <a:gd name="connsiteX1" fmla="*/ 7331601 w 7331601"/>
              <a:gd name="connsiteY1" fmla="*/ 2264 h 6846503"/>
              <a:gd name="connsiteX2" fmla="*/ 7331601 w 7331601"/>
              <a:gd name="connsiteY2" fmla="*/ 6846503 h 6846503"/>
              <a:gd name="connsiteX3" fmla="*/ 14400 w 7331601"/>
              <a:gd name="connsiteY3" fmla="*/ 6846503 h 6846503"/>
              <a:gd name="connsiteX4" fmla="*/ 14400 w 7331601"/>
              <a:gd name="connsiteY4" fmla="*/ 6827875 h 6846503"/>
              <a:gd name="connsiteX5" fmla="*/ 925470 w 7331601"/>
              <a:gd name="connsiteY5" fmla="*/ 3432542 h 6846503"/>
              <a:gd name="connsiteX6" fmla="*/ 0 w 7331601"/>
              <a:gd name="connsiteY6" fmla="*/ 0 h 6846503"/>
              <a:gd name="connsiteX7" fmla="*/ 0 w 7331601"/>
              <a:gd name="connsiteY7" fmla="*/ 5854 h 684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31601" h="6846503">
                <a:moveTo>
                  <a:pt x="0" y="5854"/>
                </a:moveTo>
                <a:lnTo>
                  <a:pt x="7331601" y="2264"/>
                </a:lnTo>
                <a:lnTo>
                  <a:pt x="7331601" y="6846503"/>
                </a:lnTo>
                <a:lnTo>
                  <a:pt x="14400" y="6846503"/>
                </a:lnTo>
                <a:lnTo>
                  <a:pt x="14400" y="6827875"/>
                </a:lnTo>
                <a:lnTo>
                  <a:pt x="925470" y="3432542"/>
                </a:lnTo>
                <a:lnTo>
                  <a:pt x="0" y="0"/>
                </a:lnTo>
                <a:lnTo>
                  <a:pt x="0" y="5854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2875002"/>
            <a:ext cx="3896360" cy="1107996"/>
          </a:xfrm>
        </p:spPr>
        <p:txBody>
          <a:bodyPr vert="horz" lIns="0" tIns="0" rIns="0" bIns="0" anchor="ctr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4680061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3275" y="6426930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59FC77F-66CA-8846-AABE-186F1F472991}"/>
              </a:ext>
            </a:extLst>
          </p:cNvPr>
          <p:cNvGrpSpPr/>
          <p:nvPr userDrawn="1"/>
        </p:nvGrpSpPr>
        <p:grpSpPr>
          <a:xfrm>
            <a:off x="4653621" y="0"/>
            <a:ext cx="1127505" cy="6876000"/>
            <a:chOff x="3945699" y="0"/>
            <a:chExt cx="1127505" cy="6876000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418D012-354E-E84A-B2B1-A7E7DDF8171B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83387C35-0704-BE4D-BDDD-73124C1021BF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19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E779BB7-786D-0B4A-8EAD-208A20C6C5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088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Рисунок 3">
            <a:extLst>
              <a:ext uri="{FF2B5EF4-FFF2-40B4-BE49-F238E27FC236}">
                <a16:creationId xmlns:a16="http://schemas.microsoft.com/office/drawing/2014/main" id="{BDF2F980-7605-2C44-92A8-68B22946F9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563144"/>
            <a:ext cx="5254066" cy="1661993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634680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7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: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C1CC194-74B6-7545-8CD8-7FDA8524B7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71298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Рисунок 3">
            <a:extLst>
              <a:ext uri="{FF2B5EF4-FFF2-40B4-BE49-F238E27FC236}">
                <a16:creationId xmlns:a16="http://schemas.microsoft.com/office/drawing/2014/main" id="{6B28240E-A3EC-6A43-BADC-A2A9ED5B14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5" y="3436153"/>
            <a:ext cx="5254066" cy="1708354"/>
          </a:xfrm>
        </p:spPr>
        <p:txBody>
          <a:bodyPr vert="horz"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2C2943B-23A6-4A4F-B59D-88F3777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66954"/>
            <a:ext cx="527748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7FC04A9B-27B5-CD47-BA41-E6296863E5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5846788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336896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31378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Заголовок 16">
            <a:extLst>
              <a:ext uri="{FF2B5EF4-FFF2-40B4-BE49-F238E27FC236}">
                <a16:creationId xmlns:a16="http://schemas.microsoft.com/office/drawing/2014/main" id="{226960CC-ABF3-CD45-A9CB-8060B570B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064757"/>
            <a:ext cx="771153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id="{B82306DD-6F41-D247-95E0-843412512A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5" y="5128363"/>
            <a:ext cx="7745904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414726B7-1ED0-1544-B549-4C1E2C0417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3A4212F-6126-9942-8871-478C059F4181}"/>
              </a:ext>
            </a:extLst>
          </p:cNvPr>
          <p:cNvGrpSpPr/>
          <p:nvPr userDrawn="1"/>
        </p:nvGrpSpPr>
        <p:grpSpPr>
          <a:xfrm>
            <a:off x="257894" y="3149425"/>
            <a:ext cx="361110" cy="371578"/>
            <a:chOff x="383279" y="3833472"/>
            <a:chExt cx="361110" cy="371578"/>
          </a:xfrm>
        </p:grpSpPr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64E603CC-0647-1245-8FD3-D8996680FD2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3A84CF49-BDC6-D34F-A0B2-5832246D3495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32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0086FB1A-3CCC-2046-8432-813BAFB59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5962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0961D5-807E-F247-9E61-A1A7E3FF9A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6679815" y="494919"/>
            <a:ext cx="5072664" cy="48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31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91C3D4F6-7726-1441-A09D-CEAB99ACC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30041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Текст 6">
            <a:extLst>
              <a:ext uri="{FF2B5EF4-FFF2-40B4-BE49-F238E27FC236}">
                <a16:creationId xmlns:a16="http://schemas.microsoft.com/office/drawing/2014/main" id="{070C9E5A-B517-1449-BB8A-5068C78113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476" y="6439895"/>
            <a:ext cx="792693" cy="193716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 dirty="0"/>
              <a:t>Дата</a:t>
            </a: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B0B57636-21D7-FC48-AE04-4F9EC2E1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2700671"/>
            <a:ext cx="4693672" cy="553998"/>
          </a:xfrm>
        </p:spPr>
        <p:txBody>
          <a:bodyPr lIns="0" tIns="0" rIns="0" bIns="0" anchor="t">
            <a:spAutoFit/>
          </a:bodyPr>
          <a:lstStyle>
            <a:lvl1pPr>
              <a:lnSpc>
                <a:spcPct val="100000"/>
              </a:lnSpc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id="{69633C30-2C18-D74E-859C-06DC04AECB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8516" y="5514975"/>
            <a:ext cx="4693672" cy="249299"/>
          </a:xfrm>
        </p:spPr>
        <p:txBody>
          <a:bodyPr lIns="0" tIns="0" rIns="0" bIns="0" anchor="t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Подпись к заголовку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AA8BFC-6053-F241-9144-4D5F0CA282A8}"/>
              </a:ext>
            </a:extLst>
          </p:cNvPr>
          <p:cNvGrpSpPr/>
          <p:nvPr userDrawn="1"/>
        </p:nvGrpSpPr>
        <p:grpSpPr>
          <a:xfrm>
            <a:off x="257894" y="2777803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C6DE484C-1179-8F45-8A17-BAF641E84BC7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3E543E61-6DEB-8547-8AE8-08338B8B9218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52B23AF0-2BC4-4A4D-B112-24AF4341256D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22" name="Нашивка 21">
              <a:extLst>
                <a:ext uri="{FF2B5EF4-FFF2-40B4-BE49-F238E27FC236}">
                  <a16:creationId xmlns:a16="http://schemas.microsoft.com/office/drawing/2014/main" id="{23D1430A-213A-A944-9098-6D27BE14550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Нашивка 22">
              <a:extLst>
                <a:ext uri="{FF2B5EF4-FFF2-40B4-BE49-F238E27FC236}">
                  <a16:creationId xmlns:a16="http://schemas.microsoft.com/office/drawing/2014/main" id="{55809EBE-656D-FC4F-9EF2-732469A03518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1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градиент и фото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AD6CF53-7820-784C-A38B-3C5230C8D6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336910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Текст 4">
            <a:extLst>
              <a:ext uri="{FF2B5EF4-FFF2-40B4-BE49-F238E27FC236}">
                <a16:creationId xmlns:a16="http://schemas.microsoft.com/office/drawing/2014/main" id="{30AFE71A-5FB6-5C40-9034-14FD8517D1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4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2744"/>
            <a:ext cx="7249436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24376" y="3431775"/>
                </a:lnTo>
                <a:lnTo>
                  <a:pt x="0" y="21745"/>
                </a:ln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49040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254362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A212E81-91BF-2B42-BF5F-9AC90E6B8894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3BF1738A-8A92-1244-AA31-5698F47C8405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2" name="Нашивка 31">
              <a:extLst>
                <a:ext uri="{FF2B5EF4-FFF2-40B4-BE49-F238E27FC236}">
                  <a16:creationId xmlns:a16="http://schemas.microsoft.com/office/drawing/2014/main" id="{0B0B06F9-17C3-CE4C-91B9-5DD6284CA4EE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441604F5-8083-F24B-900A-987678A018EA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AE086509-BF3F-2C42-9698-208D65AE9846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500B931A-C255-0D46-8E5C-6A313DB87652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92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стрелк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C9CA3A5-9C66-B444-A2F9-618BFE8D5F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01180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CB56F393-73DB-624A-8FB0-1CD2F3D77C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733258"/>
            <a:ext cx="5119944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13" name="Заголовок 16">
            <a:extLst>
              <a:ext uri="{FF2B5EF4-FFF2-40B4-BE49-F238E27FC236}">
                <a16:creationId xmlns:a16="http://schemas.microsoft.com/office/drawing/2014/main" id="{F18042FC-56AC-C44F-95AD-7D5E0BB4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751982"/>
            <a:ext cx="3896360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id="{76499D1E-1954-064E-AFEC-7A917D085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3104" y="5227309"/>
            <a:ext cx="391372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D590FFB3-8D48-E242-8FE6-15E6CC4F4BAC}"/>
              </a:ext>
            </a:extLst>
          </p:cNvPr>
          <p:cNvGrpSpPr/>
          <p:nvPr userDrawn="1"/>
        </p:nvGrpSpPr>
        <p:grpSpPr>
          <a:xfrm>
            <a:off x="227165" y="3794283"/>
            <a:ext cx="361110" cy="371578"/>
            <a:chOff x="383279" y="3833472"/>
            <a:chExt cx="361110" cy="371578"/>
          </a:xfrm>
        </p:grpSpPr>
        <p:sp>
          <p:nvSpPr>
            <p:cNvPr id="25" name="Нашивка 24">
              <a:extLst>
                <a:ext uri="{FF2B5EF4-FFF2-40B4-BE49-F238E27FC236}">
                  <a16:creationId xmlns:a16="http://schemas.microsoft.com/office/drawing/2014/main" id="{A8CE21C9-4736-6E47-B2D3-82A9023A57B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6" name="Нашивка 25">
              <a:extLst>
                <a:ext uri="{FF2B5EF4-FFF2-40B4-BE49-F238E27FC236}">
                  <a16:creationId xmlns:a16="http://schemas.microsoft.com/office/drawing/2014/main" id="{07203397-8F21-4B4F-AC1C-F867ADC109D7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Рисунок 21">
            <a:extLst>
              <a:ext uri="{FF2B5EF4-FFF2-40B4-BE49-F238E27FC236}">
                <a16:creationId xmlns:a16="http://schemas.microsoft.com/office/drawing/2014/main" id="{DF856EB9-ACD9-C44F-A99C-A26731BDB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2164" y="-15253"/>
            <a:ext cx="7259836" cy="6873254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0 w 7317201"/>
              <a:gd name="connsiteY6" fmla="*/ 22866 h 6844239"/>
              <a:gd name="connsiteX7" fmla="*/ 0 w 7317201"/>
              <a:gd name="connsiteY7" fmla="*/ 0 h 6844239"/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0 w 7317201"/>
              <a:gd name="connsiteY7" fmla="*/ 0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65314 w 7317201"/>
              <a:gd name="connsiteY0" fmla="*/ 11842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108048 w 7317201"/>
              <a:gd name="connsiteY4" fmla="*/ 6842708 h 6844239"/>
              <a:gd name="connsiteX5" fmla="*/ 1005443 w 7317201"/>
              <a:gd name="connsiteY5" fmla="*/ 3424239 h 6844239"/>
              <a:gd name="connsiteX6" fmla="*/ 65315 w 7317201"/>
              <a:gd name="connsiteY6" fmla="*/ 16945 h 6844239"/>
              <a:gd name="connsiteX7" fmla="*/ 65314 w 7317201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40129 w 7251887"/>
              <a:gd name="connsiteY5" fmla="*/ 3424239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0 w 7251887"/>
              <a:gd name="connsiteY0" fmla="*/ 11842 h 6844239"/>
              <a:gd name="connsiteX1" fmla="*/ 7251887 w 7251887"/>
              <a:gd name="connsiteY1" fmla="*/ 0 h 6844239"/>
              <a:gd name="connsiteX2" fmla="*/ 7251887 w 7251887"/>
              <a:gd name="connsiteY2" fmla="*/ 6844239 h 6844239"/>
              <a:gd name="connsiteX3" fmla="*/ 48421 w 7251887"/>
              <a:gd name="connsiteY3" fmla="*/ 6844239 h 6844239"/>
              <a:gd name="connsiteX4" fmla="*/ 42734 w 7251887"/>
              <a:gd name="connsiteY4" fmla="*/ 6842708 h 6844239"/>
              <a:gd name="connsiteX5" fmla="*/ 962688 w 7251887"/>
              <a:gd name="connsiteY5" fmla="*/ 3431775 h 6844239"/>
              <a:gd name="connsiteX6" fmla="*/ 1 w 7251887"/>
              <a:gd name="connsiteY6" fmla="*/ 16945 h 6844239"/>
              <a:gd name="connsiteX7" fmla="*/ 0 w 7251887"/>
              <a:gd name="connsiteY7" fmla="*/ 11842 h 6844239"/>
              <a:gd name="connsiteX0" fmla="*/ 47888 w 7251886"/>
              <a:gd name="connsiteY0" fmla="*/ 11842 h 6844239"/>
              <a:gd name="connsiteX1" fmla="*/ 7251886 w 7251886"/>
              <a:gd name="connsiteY1" fmla="*/ 0 h 6844239"/>
              <a:gd name="connsiteX2" fmla="*/ 7251886 w 7251886"/>
              <a:gd name="connsiteY2" fmla="*/ 6844239 h 6844239"/>
              <a:gd name="connsiteX3" fmla="*/ 48420 w 7251886"/>
              <a:gd name="connsiteY3" fmla="*/ 6844239 h 6844239"/>
              <a:gd name="connsiteX4" fmla="*/ 42733 w 7251886"/>
              <a:gd name="connsiteY4" fmla="*/ 6842708 h 6844239"/>
              <a:gd name="connsiteX5" fmla="*/ 962687 w 7251886"/>
              <a:gd name="connsiteY5" fmla="*/ 3431775 h 6844239"/>
              <a:gd name="connsiteX6" fmla="*/ 0 w 7251886"/>
              <a:gd name="connsiteY6" fmla="*/ 16945 h 6844239"/>
              <a:gd name="connsiteX7" fmla="*/ 47888 w 7251886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4376 w 7213575"/>
              <a:gd name="connsiteY5" fmla="*/ 3431775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20278 w 7213575"/>
              <a:gd name="connsiteY5" fmla="*/ 3423560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  <a:gd name="connsiteX0" fmla="*/ 9577 w 7213575"/>
              <a:gd name="connsiteY0" fmla="*/ 11842 h 6844239"/>
              <a:gd name="connsiteX1" fmla="*/ 7213575 w 7213575"/>
              <a:gd name="connsiteY1" fmla="*/ 0 h 6844239"/>
              <a:gd name="connsiteX2" fmla="*/ 7213575 w 7213575"/>
              <a:gd name="connsiteY2" fmla="*/ 6844239 h 6844239"/>
              <a:gd name="connsiteX3" fmla="*/ 10109 w 7213575"/>
              <a:gd name="connsiteY3" fmla="*/ 6844239 h 6844239"/>
              <a:gd name="connsiteX4" fmla="*/ 4422 w 7213575"/>
              <a:gd name="connsiteY4" fmla="*/ 6842708 h 6844239"/>
              <a:gd name="connsiteX5" fmla="*/ 915340 w 7213575"/>
              <a:gd name="connsiteY5" fmla="*/ 3433457 h 6844239"/>
              <a:gd name="connsiteX6" fmla="*/ 0 w 7213575"/>
              <a:gd name="connsiteY6" fmla="*/ 21745 h 6844239"/>
              <a:gd name="connsiteX7" fmla="*/ 9577 w 7213575"/>
              <a:gd name="connsiteY7" fmla="*/ 11842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13575" h="6844239">
                <a:moveTo>
                  <a:pt x="9577" y="11842"/>
                </a:moveTo>
                <a:lnTo>
                  <a:pt x="7213575" y="0"/>
                </a:lnTo>
                <a:lnTo>
                  <a:pt x="7213575" y="6844239"/>
                </a:lnTo>
                <a:lnTo>
                  <a:pt x="10109" y="6844239"/>
                </a:lnTo>
                <a:lnTo>
                  <a:pt x="4422" y="6842708"/>
                </a:lnTo>
                <a:lnTo>
                  <a:pt x="915340" y="3433457"/>
                </a:lnTo>
                <a:cubicBezTo>
                  <a:pt x="608581" y="2299519"/>
                  <a:pt x="306759" y="1155683"/>
                  <a:pt x="0" y="21745"/>
                </a:cubicBezTo>
                <a:cubicBezTo>
                  <a:pt x="0" y="20044"/>
                  <a:pt x="9577" y="13543"/>
                  <a:pt x="9577" y="11842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85750" indent="-28575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80B62D6-2484-3E43-8288-D3E485BA4A96}"/>
              </a:ext>
            </a:extLst>
          </p:cNvPr>
          <p:cNvGrpSpPr/>
          <p:nvPr userDrawn="1"/>
        </p:nvGrpSpPr>
        <p:grpSpPr>
          <a:xfrm>
            <a:off x="4731039" y="0"/>
            <a:ext cx="1127505" cy="6876000"/>
            <a:chOff x="3945699" y="0"/>
            <a:chExt cx="1127505" cy="6876000"/>
          </a:xfrm>
        </p:grpSpPr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52DE0869-8416-BA4A-9164-5F32391EA311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845C46B-DEC4-EA46-950F-0DEE2B3A1E5C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14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розрачный градиент и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10FA3018-09DA-9046-A283-A744136617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59392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Рисунок 3">
            <a:extLst>
              <a:ext uri="{FF2B5EF4-FFF2-40B4-BE49-F238E27FC236}">
                <a16:creationId xmlns:a16="http://schemas.microsoft.com/office/drawing/2014/main" id="{EAA59F38-4A00-D249-99FC-DF9B2A384A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5F6BAC7D-516D-B24C-B12C-D28B883ACB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bg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AA45FD41-ED9B-2F49-A696-74BD5A4C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5" y="3832125"/>
            <a:ext cx="5277484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2A829139-1830-7D4D-A0FF-A50153AC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305802"/>
            <a:ext cx="5301007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51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: пла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9864EF1-02FA-C447-B4C4-82B693316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07546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Рисунок 3">
            <a:extLst>
              <a:ext uri="{FF2B5EF4-FFF2-40B4-BE49-F238E27FC236}">
                <a16:creationId xmlns:a16="http://schemas.microsoft.com/office/drawing/2014/main" id="{50A76EE4-D682-BF43-8DAE-526CC49CB1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E2322C29-2DF1-A041-80A9-F990F758FB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8515" y="5456298"/>
            <a:ext cx="530100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Заголовок 16">
            <a:extLst>
              <a:ext uri="{FF2B5EF4-FFF2-40B4-BE49-F238E27FC236}">
                <a16:creationId xmlns:a16="http://schemas.microsoft.com/office/drawing/2014/main" id="{19D1D188-B0FF-6144-9237-0FD677A0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4172597"/>
            <a:ext cx="527748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E6D6720-D0DE-4445-A813-BBF8CA0129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096" y="3028789"/>
            <a:ext cx="4063878" cy="1218795"/>
          </a:xfr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8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11" y="200118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98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градиент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2573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4">
            <a:extLst>
              <a:ext uri="{FF2B5EF4-FFF2-40B4-BE49-F238E27FC236}">
                <a16:creationId xmlns:a16="http://schemas.microsoft.com/office/drawing/2014/main" id="{0E13A231-B046-1F4B-A36E-3CC5FB7710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DFB5AB00-E3EA-B64E-858C-946031C61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61321"/>
            <a:ext cx="10554971" cy="997196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endParaRPr lang="ru-RU" dirty="0"/>
          </a:p>
        </p:txBody>
      </p:sp>
      <p:sp>
        <p:nvSpPr>
          <p:cNvPr id="15" name="Текст 18">
            <a:extLst>
              <a:ext uri="{FF2B5EF4-FFF2-40B4-BE49-F238E27FC236}">
                <a16:creationId xmlns:a16="http://schemas.microsoft.com/office/drawing/2014/main" id="{9F64DCFC-FC3B-7440-97A3-1C74EC8FBA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5" y="5461594"/>
            <a:ext cx="10602018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AF1FF8-951E-9B4D-96E8-F9535A1B1717}"/>
              </a:ext>
            </a:extLst>
          </p:cNvPr>
          <p:cNvGrpSpPr/>
          <p:nvPr userDrawn="1"/>
        </p:nvGrpSpPr>
        <p:grpSpPr>
          <a:xfrm>
            <a:off x="227165" y="4395174"/>
            <a:ext cx="361110" cy="371578"/>
            <a:chOff x="383279" y="3833472"/>
            <a:chExt cx="361110" cy="371578"/>
          </a:xfrm>
        </p:grpSpPr>
        <p:sp>
          <p:nvSpPr>
            <p:cNvPr id="19" name="Нашивка 18">
              <a:extLst>
                <a:ext uri="{FF2B5EF4-FFF2-40B4-BE49-F238E27FC236}">
                  <a16:creationId xmlns:a16="http://schemas.microsoft.com/office/drawing/2014/main" id="{DC372A10-83C5-DC45-8F47-01EF8DA40D2B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7F5F3CBD-40CD-B34C-92C5-D4244B2DBEC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6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л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7EE458F2-981F-5B4D-AD84-FF20F4593E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75728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17A70-2D70-8D49-944B-DCA00AE7B8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3622" b="-3566"/>
          <a:stretch/>
        </p:blipFill>
        <p:spPr>
          <a:xfrm>
            <a:off x="7720162" y="2598039"/>
            <a:ext cx="406304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500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: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32936E7-298E-344F-86EF-0BEB754737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34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Текст 4">
            <a:extLst>
              <a:ext uri="{FF2B5EF4-FFF2-40B4-BE49-F238E27FC236}">
                <a16:creationId xmlns:a16="http://schemas.microsoft.com/office/drawing/2014/main" id="{5B92850A-0211-1144-8EB9-6091374CCD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270" y="1077938"/>
            <a:ext cx="5119944" cy="3877985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lang="ru-RU" sz="28000" b="1" kern="1200" dirty="0">
                <a:gradFill flip="none" rotWithShape="1">
                  <a:gsLst>
                    <a:gs pos="0">
                      <a:schemeClr val="accent1"/>
                    </a:gs>
                    <a:gs pos="76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ru-RU" dirty="0"/>
              <a:t>№</a:t>
            </a:r>
          </a:p>
        </p:txBody>
      </p:sp>
      <p:sp>
        <p:nvSpPr>
          <p:cNvPr id="7" name="Заголовок 16">
            <a:extLst>
              <a:ext uri="{FF2B5EF4-FFF2-40B4-BE49-F238E27FC236}">
                <a16:creationId xmlns:a16="http://schemas.microsoft.com/office/drawing/2014/main" id="{BE6F29DE-28D2-394F-821C-FB76FDE14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3664249"/>
            <a:ext cx="6062345" cy="498598"/>
          </a:xfrm>
        </p:spPr>
        <p:txBody>
          <a:bodyPr vert="horz" lIns="0" tIns="0" rIns="0" bIns="0" anchor="t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8">
            <a:extLst>
              <a:ext uri="{FF2B5EF4-FFF2-40B4-BE49-F238E27FC236}">
                <a16:creationId xmlns:a16="http://schemas.microsoft.com/office/drawing/2014/main" id="{B447CD9E-79AA-F841-B913-4DF677CF25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8514" y="4926106"/>
            <a:ext cx="6062345" cy="249299"/>
          </a:xfrm>
        </p:spPr>
        <p:txBody>
          <a:bodyPr lIns="0" tIns="0" rIns="0" bIns="0" anchor="t">
            <a:sp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F77A769-4F6D-8F4E-8FA7-F0C592D67851}"/>
              </a:ext>
            </a:extLst>
          </p:cNvPr>
          <p:cNvGrpSpPr/>
          <p:nvPr userDrawn="1"/>
        </p:nvGrpSpPr>
        <p:grpSpPr>
          <a:xfrm>
            <a:off x="227165" y="3714180"/>
            <a:ext cx="361110" cy="371578"/>
            <a:chOff x="383279" y="3833472"/>
            <a:chExt cx="361110" cy="371578"/>
          </a:xfrm>
        </p:grpSpPr>
        <p:sp>
          <p:nvSpPr>
            <p:cNvPr id="30" name="Нашивка 29">
              <a:extLst>
                <a:ext uri="{FF2B5EF4-FFF2-40B4-BE49-F238E27FC236}">
                  <a16:creationId xmlns:a16="http://schemas.microsoft.com/office/drawing/2014/main" id="{55DD70D4-EC10-404E-A2F0-BDD074B844BE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31" name="Нашивка 30">
              <a:extLst>
                <a:ext uri="{FF2B5EF4-FFF2-40B4-BE49-F238E27FC236}">
                  <a16:creationId xmlns:a16="http://schemas.microsoft.com/office/drawing/2014/main" id="{C7099F1E-2038-F640-A9BD-C832B7361CCB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B36374A-92E4-084C-AA09-6CFE35648EF5}"/>
              </a:ext>
            </a:extLst>
          </p:cNvPr>
          <p:cNvGrpSpPr/>
          <p:nvPr userDrawn="1"/>
        </p:nvGrpSpPr>
        <p:grpSpPr>
          <a:xfrm>
            <a:off x="7700393" y="0"/>
            <a:ext cx="1127505" cy="6876000"/>
            <a:chOff x="3945699" y="0"/>
            <a:chExt cx="1127505" cy="6876000"/>
          </a:xfrm>
        </p:grpSpPr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269A1E4D-FBE3-D747-9ADC-5846C2844092}"/>
                </a:ext>
              </a:extLst>
            </p:cNvPr>
            <p:cNvSpPr/>
            <p:nvPr/>
          </p:nvSpPr>
          <p:spPr>
            <a:xfrm>
              <a:off x="4042681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2" name="Нашивка 11">
              <a:extLst>
                <a:ext uri="{FF2B5EF4-FFF2-40B4-BE49-F238E27FC236}">
                  <a16:creationId xmlns:a16="http://schemas.microsoft.com/office/drawing/2014/main" id="{E3F5A0E7-C5AF-7747-BCCB-9AAB760EA313}"/>
                </a:ext>
              </a:extLst>
            </p:cNvPr>
            <p:cNvSpPr/>
            <p:nvPr/>
          </p:nvSpPr>
          <p:spPr>
            <a:xfrm>
              <a:off x="3945699" y="0"/>
              <a:ext cx="1030523" cy="6876000"/>
            </a:xfrm>
            <a:prstGeom prst="chevron">
              <a:avLst>
                <a:gd name="adj" fmla="val 9029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294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F85B60A3-FE48-2E49-B5BC-9634550B63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5270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07D7406-D609-3844-9FFD-74697F85981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C3F334-6B2E-0F46-9A34-5391205468A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243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B496EC26-6A0F-704E-807F-0ADDC92EDD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2275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878" y="402822"/>
            <a:ext cx="4763368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4602163" y="1208544"/>
            <a:ext cx="1541261" cy="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53D1804-0EFE-AB4F-B2DB-B9BB9A8024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602163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ctr">
              <a:buFontTx/>
              <a:buNone/>
              <a:defRPr lang="ru-RU" sz="18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 dirty="0"/>
              <a:t> </a:t>
            </a: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7638FCE-C738-8243-9156-EC65C3E1F0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F3B33A8-9A4D-0E45-9A25-1BB082DBFAE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1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8A6AF37E-99FD-FC46-BDAD-F5FBCA00C5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8925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FD9F2DAB-4652-2C46-B2B9-DA033A180894}"/>
              </a:ext>
            </a:extLst>
          </p:cNvPr>
          <p:cNvSpPr/>
          <p:nvPr userDrawn="1"/>
        </p:nvSpPr>
        <p:spPr>
          <a:xfrm>
            <a:off x="814782" y="1352890"/>
            <a:ext cx="5474806" cy="4860000"/>
          </a:xfrm>
          <a:custGeom>
            <a:avLst/>
            <a:gdLst>
              <a:gd name="connsiteX0" fmla="*/ 2827536 w 5474806"/>
              <a:gd name="connsiteY0" fmla="*/ 0 h 4867096"/>
              <a:gd name="connsiteX1" fmla="*/ 4627044 w 5474806"/>
              <a:gd name="connsiteY1" fmla="*/ 0 h 4867096"/>
              <a:gd name="connsiteX2" fmla="*/ 5474806 w 5474806"/>
              <a:gd name="connsiteY2" fmla="*/ 2433549 h 4867096"/>
              <a:gd name="connsiteX3" fmla="*/ 4627044 w 5474806"/>
              <a:gd name="connsiteY3" fmla="*/ 4867096 h 4867096"/>
              <a:gd name="connsiteX4" fmla="*/ 4022173 w 5474806"/>
              <a:gd name="connsiteY4" fmla="*/ 4867096 h 4867096"/>
              <a:gd name="connsiteX5" fmla="*/ 2827536 w 5474806"/>
              <a:gd name="connsiteY5" fmla="*/ 4867096 h 4867096"/>
              <a:gd name="connsiteX6" fmla="*/ 654469 w 5474806"/>
              <a:gd name="connsiteY6" fmla="*/ 4867096 h 4867096"/>
              <a:gd name="connsiteX7" fmla="*/ 648540 w 5474806"/>
              <a:gd name="connsiteY7" fmla="*/ 4866307 h 4867096"/>
              <a:gd name="connsiteX8" fmla="*/ 133772 w 5474806"/>
              <a:gd name="connsiteY8" fmla="*/ 4866307 h 4867096"/>
              <a:gd name="connsiteX9" fmla="*/ 0 w 5474806"/>
              <a:gd name="connsiteY9" fmla="*/ 4732535 h 4867096"/>
              <a:gd name="connsiteX10" fmla="*/ 0 w 5474806"/>
              <a:gd name="connsiteY10" fmla="*/ 134562 h 4867096"/>
              <a:gd name="connsiteX11" fmla="*/ 133772 w 5474806"/>
              <a:gd name="connsiteY11" fmla="*/ 790 h 4867096"/>
              <a:gd name="connsiteX12" fmla="*/ 2827536 w 5474806"/>
              <a:gd name="connsiteY12" fmla="*/ 790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74806" h="4867096">
                <a:moveTo>
                  <a:pt x="2827536" y="0"/>
                </a:moveTo>
                <a:lnTo>
                  <a:pt x="4627044" y="0"/>
                </a:lnTo>
                <a:lnTo>
                  <a:pt x="5474806" y="2433549"/>
                </a:lnTo>
                <a:lnTo>
                  <a:pt x="4627044" y="4867096"/>
                </a:lnTo>
                <a:lnTo>
                  <a:pt x="4022173" y="4867096"/>
                </a:lnTo>
                <a:lnTo>
                  <a:pt x="2827536" y="4867096"/>
                </a:lnTo>
                <a:lnTo>
                  <a:pt x="654469" y="4867096"/>
                </a:lnTo>
                <a:lnTo>
                  <a:pt x="648540" y="4866307"/>
                </a:lnTo>
                <a:lnTo>
                  <a:pt x="133772" y="4866307"/>
                </a:lnTo>
                <a:cubicBezTo>
                  <a:pt x="59892" y="4866307"/>
                  <a:pt x="0" y="4806415"/>
                  <a:pt x="0" y="4732535"/>
                </a:cubicBezTo>
                <a:lnTo>
                  <a:pt x="0" y="134562"/>
                </a:lnTo>
                <a:cubicBezTo>
                  <a:pt x="0" y="60682"/>
                  <a:pt x="59892" y="790"/>
                  <a:pt x="133772" y="790"/>
                </a:cubicBezTo>
                <a:lnTo>
                  <a:pt x="2827536" y="790"/>
                </a:lnTo>
                <a:close/>
              </a:path>
            </a:pathLst>
          </a:custGeom>
          <a:solidFill>
            <a:srgbClr val="F7F7F7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CCE6E81-B6E0-B246-8EAB-96ED5E33953B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F8CBEEC2-B7F4-3944-8945-A2A1A2919CE6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8" name="Нашивка 17">
              <a:extLst>
                <a:ext uri="{FF2B5EF4-FFF2-40B4-BE49-F238E27FC236}">
                  <a16:creationId xmlns:a16="http://schemas.microsoft.com/office/drawing/2014/main" id="{118A6904-EFD3-6D42-9C54-7AD235004CD4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8B122AB-132B-6A45-8685-822F9C52319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7611" y="1344613"/>
            <a:ext cx="5786353" cy="4862512"/>
          </a:xfrm>
          <a:custGeom>
            <a:avLst/>
            <a:gdLst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62851 w 5786353"/>
              <a:gd name="connsiteY11" fmla="*/ 2433848 h 4862512"/>
              <a:gd name="connsiteX12" fmla="*/ 0 w 5786353"/>
              <a:gd name="connsiteY12" fmla="*/ 15002 h 4862512"/>
              <a:gd name="connsiteX0" fmla="*/ 0 w 5786353"/>
              <a:gd name="connsiteY0" fmla="*/ 0 h 4862512"/>
              <a:gd name="connsiteX1" fmla="*/ 5622301 w 5786353"/>
              <a:gd name="connsiteY1" fmla="*/ 0 h 4862512"/>
              <a:gd name="connsiteX2" fmla="*/ 5686749 w 5786353"/>
              <a:gd name="connsiteY2" fmla="*/ 13011 h 4862512"/>
              <a:gd name="connsiteX3" fmla="*/ 5777685 w 5786353"/>
              <a:gd name="connsiteY3" fmla="*/ 103947 h 4862512"/>
              <a:gd name="connsiteX4" fmla="*/ 5786353 w 5786353"/>
              <a:gd name="connsiteY4" fmla="*/ 146883 h 4862512"/>
              <a:gd name="connsiteX5" fmla="*/ 5786353 w 5786353"/>
              <a:gd name="connsiteY5" fmla="*/ 4717800 h 4862512"/>
              <a:gd name="connsiteX6" fmla="*/ 5777685 w 5786353"/>
              <a:gd name="connsiteY6" fmla="*/ 4760736 h 4862512"/>
              <a:gd name="connsiteX7" fmla="*/ 5686749 w 5786353"/>
              <a:gd name="connsiteY7" fmla="*/ 4851672 h 4862512"/>
              <a:gd name="connsiteX8" fmla="*/ 5633055 w 5786353"/>
              <a:gd name="connsiteY8" fmla="*/ 4862512 h 4862512"/>
              <a:gd name="connsiteX9" fmla="*/ 0 w 5786353"/>
              <a:gd name="connsiteY9" fmla="*/ 4862512 h 4862512"/>
              <a:gd name="connsiteX10" fmla="*/ 0 w 5786353"/>
              <a:gd name="connsiteY10" fmla="*/ 4852694 h 4862512"/>
              <a:gd name="connsiteX11" fmla="*/ 952803 w 5786353"/>
              <a:gd name="connsiteY11" fmla="*/ 2423800 h 4862512"/>
              <a:gd name="connsiteX12" fmla="*/ 0 w 5786353"/>
              <a:gd name="connsiteY12" fmla="*/ 15002 h 4862512"/>
              <a:gd name="connsiteX13" fmla="*/ 0 w 5786353"/>
              <a:gd name="connsiteY13" fmla="*/ 0 h 486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786353" h="4862512">
                <a:moveTo>
                  <a:pt x="0" y="0"/>
                </a:moveTo>
                <a:lnTo>
                  <a:pt x="5622301" y="0"/>
                </a:lnTo>
                <a:lnTo>
                  <a:pt x="5686749" y="13011"/>
                </a:lnTo>
                <a:cubicBezTo>
                  <a:pt x="5727636" y="30305"/>
                  <a:pt x="5760391" y="63060"/>
                  <a:pt x="5777685" y="103947"/>
                </a:cubicBezTo>
                <a:lnTo>
                  <a:pt x="5786353" y="146883"/>
                </a:lnTo>
                <a:lnTo>
                  <a:pt x="5786353" y="4717800"/>
                </a:lnTo>
                <a:lnTo>
                  <a:pt x="5777685" y="4760736"/>
                </a:lnTo>
                <a:cubicBezTo>
                  <a:pt x="5760391" y="4801623"/>
                  <a:pt x="5727636" y="4834378"/>
                  <a:pt x="5686749" y="4851672"/>
                </a:cubicBezTo>
                <a:lnTo>
                  <a:pt x="5633055" y="4862512"/>
                </a:lnTo>
                <a:lnTo>
                  <a:pt x="0" y="4862512"/>
                </a:lnTo>
                <a:lnTo>
                  <a:pt x="0" y="4852694"/>
                </a:lnTo>
                <a:lnTo>
                  <a:pt x="952803" y="2423800"/>
                </a:lnTo>
                <a:lnTo>
                  <a:pt x="0" y="15002"/>
                </a:lnTo>
                <a:lnTo>
                  <a:pt x="0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8CAF1BEF-86D9-9C49-A79A-90437F062B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2D71F13D-3902-F649-A58F-7B229C39274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732F6BC-86EB-DC47-8955-70DA404806C9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фот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D68EE43A-8859-594C-A127-7DE1B66556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9114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258183B6-84F7-7942-A1E1-D2A8B442AC54}"/>
              </a:ext>
            </a:extLst>
          </p:cNvPr>
          <p:cNvSpPr/>
          <p:nvPr userDrawn="1"/>
        </p:nvSpPr>
        <p:spPr>
          <a:xfrm flipH="1">
            <a:off x="5584053" y="1348813"/>
            <a:ext cx="5804672" cy="4867096"/>
          </a:xfrm>
          <a:custGeom>
            <a:avLst/>
            <a:gdLst>
              <a:gd name="connsiteX0" fmla="*/ 5804672 w 5804672"/>
              <a:gd name="connsiteY0" fmla="*/ 0 h 4867096"/>
              <a:gd name="connsiteX1" fmla="*/ 3575355 w 5804672"/>
              <a:gd name="connsiteY1" fmla="*/ 0 h 4867096"/>
              <a:gd name="connsiteX2" fmla="*/ 3575355 w 5804672"/>
              <a:gd name="connsiteY2" fmla="*/ 790 h 4867096"/>
              <a:gd name="connsiteX3" fmla="*/ 133772 w 5804672"/>
              <a:gd name="connsiteY3" fmla="*/ 790 h 4867096"/>
              <a:gd name="connsiteX4" fmla="*/ 0 w 5804672"/>
              <a:gd name="connsiteY4" fmla="*/ 134562 h 4867096"/>
              <a:gd name="connsiteX5" fmla="*/ 0 w 5804672"/>
              <a:gd name="connsiteY5" fmla="*/ 4732535 h 4867096"/>
              <a:gd name="connsiteX6" fmla="*/ 133772 w 5804672"/>
              <a:gd name="connsiteY6" fmla="*/ 4866307 h 4867096"/>
              <a:gd name="connsiteX7" fmla="*/ 875911 w 5804672"/>
              <a:gd name="connsiteY7" fmla="*/ 4866307 h 4867096"/>
              <a:gd name="connsiteX8" fmla="*/ 883255 w 5804672"/>
              <a:gd name="connsiteY8" fmla="*/ 4867096 h 4867096"/>
              <a:gd name="connsiteX9" fmla="*/ 3575355 w 5804672"/>
              <a:gd name="connsiteY9" fmla="*/ 4867096 h 4867096"/>
              <a:gd name="connsiteX10" fmla="*/ 5055330 w 5804672"/>
              <a:gd name="connsiteY10" fmla="*/ 4867096 h 4867096"/>
              <a:gd name="connsiteX11" fmla="*/ 5804672 w 5804672"/>
              <a:gd name="connsiteY11" fmla="*/ 4867096 h 4867096"/>
              <a:gd name="connsiteX12" fmla="*/ 4961536 w 5804672"/>
              <a:gd name="connsiteY12" fmla="*/ 2436468 h 486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04672" h="4867096">
                <a:moveTo>
                  <a:pt x="5804672" y="0"/>
                </a:moveTo>
                <a:lnTo>
                  <a:pt x="3575355" y="0"/>
                </a:lnTo>
                <a:lnTo>
                  <a:pt x="3575355" y="790"/>
                </a:lnTo>
                <a:lnTo>
                  <a:pt x="133772" y="790"/>
                </a:lnTo>
                <a:cubicBezTo>
                  <a:pt x="59892" y="790"/>
                  <a:pt x="0" y="60682"/>
                  <a:pt x="0" y="134562"/>
                </a:cubicBezTo>
                <a:lnTo>
                  <a:pt x="0" y="4732535"/>
                </a:lnTo>
                <a:cubicBezTo>
                  <a:pt x="0" y="4806415"/>
                  <a:pt x="59892" y="4866307"/>
                  <a:pt x="133772" y="4866307"/>
                </a:cubicBezTo>
                <a:lnTo>
                  <a:pt x="875911" y="4866307"/>
                </a:lnTo>
                <a:lnTo>
                  <a:pt x="883255" y="4867096"/>
                </a:lnTo>
                <a:lnTo>
                  <a:pt x="3575355" y="4867096"/>
                </a:lnTo>
                <a:lnTo>
                  <a:pt x="5055330" y="4867096"/>
                </a:lnTo>
                <a:lnTo>
                  <a:pt x="5804672" y="4867096"/>
                </a:lnTo>
                <a:lnTo>
                  <a:pt x="4961536" y="24364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289EDCB9-AE11-5843-8024-4B13C105AA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8907" y="1345076"/>
            <a:ext cx="5490233" cy="4859337"/>
          </a:xfrm>
          <a:custGeom>
            <a:avLst/>
            <a:gdLst>
              <a:gd name="connsiteX0" fmla="*/ 129274 w 5508802"/>
              <a:gd name="connsiteY0" fmla="*/ 0 h 4859337"/>
              <a:gd name="connsiteX1" fmla="*/ 4540653 w 5508802"/>
              <a:gd name="connsiteY1" fmla="*/ 0 h 4859337"/>
              <a:gd name="connsiteX2" fmla="*/ 5501812 w 5508802"/>
              <a:gd name="connsiteY2" fmla="*/ 2420276 h 4859337"/>
              <a:gd name="connsiteX3" fmla="*/ 5506169 w 5508802"/>
              <a:gd name="connsiteY3" fmla="*/ 2426067 h 4859337"/>
              <a:gd name="connsiteX4" fmla="*/ 4532899 w 5508802"/>
              <a:gd name="connsiteY4" fmla="*/ 4859337 h 4859337"/>
              <a:gd name="connsiteX5" fmla="*/ 4532898 w 5508802"/>
              <a:gd name="connsiteY5" fmla="*/ 4859337 h 4859337"/>
              <a:gd name="connsiteX6" fmla="*/ 129277 w 5508802"/>
              <a:gd name="connsiteY6" fmla="*/ 4859337 h 4859337"/>
              <a:gd name="connsiteX7" fmla="*/ 117576 w 5508802"/>
              <a:gd name="connsiteY7" fmla="*/ 4855705 h 4859337"/>
              <a:gd name="connsiteX8" fmla="*/ 15128 w 5508802"/>
              <a:gd name="connsiteY8" fmla="*/ 4753257 h 4859337"/>
              <a:gd name="connsiteX9" fmla="*/ 0 w 5508802"/>
              <a:gd name="connsiteY9" fmla="*/ 4678328 h 4859337"/>
              <a:gd name="connsiteX10" fmla="*/ 0 w 5508802"/>
              <a:gd name="connsiteY10" fmla="*/ 181008 h 4859337"/>
              <a:gd name="connsiteX11" fmla="*/ 15128 w 5508802"/>
              <a:gd name="connsiteY11" fmla="*/ 106080 h 4859337"/>
              <a:gd name="connsiteX12" fmla="*/ 117576 w 5508802"/>
              <a:gd name="connsiteY12" fmla="*/ 3632 h 4859337"/>
              <a:gd name="connsiteX0" fmla="*/ 129274 w 5504144"/>
              <a:gd name="connsiteY0" fmla="*/ 0 h 4859337"/>
              <a:gd name="connsiteX1" fmla="*/ 4540653 w 5504144"/>
              <a:gd name="connsiteY1" fmla="*/ 0 h 4859337"/>
              <a:gd name="connsiteX2" fmla="*/ 5501812 w 5504144"/>
              <a:gd name="connsiteY2" fmla="*/ 2420276 h 4859337"/>
              <a:gd name="connsiteX3" fmla="*/ 5474759 w 5504144"/>
              <a:gd name="connsiteY3" fmla="*/ 2440028 h 4859337"/>
              <a:gd name="connsiteX4" fmla="*/ 4532899 w 5504144"/>
              <a:gd name="connsiteY4" fmla="*/ 4859337 h 4859337"/>
              <a:gd name="connsiteX5" fmla="*/ 4532898 w 5504144"/>
              <a:gd name="connsiteY5" fmla="*/ 4859337 h 4859337"/>
              <a:gd name="connsiteX6" fmla="*/ 129277 w 5504144"/>
              <a:gd name="connsiteY6" fmla="*/ 4859337 h 4859337"/>
              <a:gd name="connsiteX7" fmla="*/ 117576 w 5504144"/>
              <a:gd name="connsiteY7" fmla="*/ 4855705 h 4859337"/>
              <a:gd name="connsiteX8" fmla="*/ 15128 w 5504144"/>
              <a:gd name="connsiteY8" fmla="*/ 4753257 h 4859337"/>
              <a:gd name="connsiteX9" fmla="*/ 0 w 5504144"/>
              <a:gd name="connsiteY9" fmla="*/ 4678328 h 4859337"/>
              <a:gd name="connsiteX10" fmla="*/ 0 w 5504144"/>
              <a:gd name="connsiteY10" fmla="*/ 181008 h 4859337"/>
              <a:gd name="connsiteX11" fmla="*/ 15128 w 5504144"/>
              <a:gd name="connsiteY11" fmla="*/ 106080 h 4859337"/>
              <a:gd name="connsiteX12" fmla="*/ 117576 w 5504144"/>
              <a:gd name="connsiteY12" fmla="*/ 3632 h 4859337"/>
              <a:gd name="connsiteX13" fmla="*/ 129274 w 5504144"/>
              <a:gd name="connsiteY13" fmla="*/ 0 h 4859337"/>
              <a:gd name="connsiteX0" fmla="*/ 129274 w 5488080"/>
              <a:gd name="connsiteY0" fmla="*/ 0 h 4859337"/>
              <a:gd name="connsiteX1" fmla="*/ 4540653 w 5488080"/>
              <a:gd name="connsiteY1" fmla="*/ 0 h 4859337"/>
              <a:gd name="connsiteX2" fmla="*/ 5484362 w 5488080"/>
              <a:gd name="connsiteY2" fmla="*/ 2430747 h 4859337"/>
              <a:gd name="connsiteX3" fmla="*/ 5474759 w 5488080"/>
              <a:gd name="connsiteY3" fmla="*/ 2440028 h 4859337"/>
              <a:gd name="connsiteX4" fmla="*/ 4532899 w 5488080"/>
              <a:gd name="connsiteY4" fmla="*/ 4859337 h 4859337"/>
              <a:gd name="connsiteX5" fmla="*/ 4532898 w 5488080"/>
              <a:gd name="connsiteY5" fmla="*/ 4859337 h 4859337"/>
              <a:gd name="connsiteX6" fmla="*/ 129277 w 5488080"/>
              <a:gd name="connsiteY6" fmla="*/ 4859337 h 4859337"/>
              <a:gd name="connsiteX7" fmla="*/ 117576 w 5488080"/>
              <a:gd name="connsiteY7" fmla="*/ 4855705 h 4859337"/>
              <a:gd name="connsiteX8" fmla="*/ 15128 w 5488080"/>
              <a:gd name="connsiteY8" fmla="*/ 4753257 h 4859337"/>
              <a:gd name="connsiteX9" fmla="*/ 0 w 5488080"/>
              <a:gd name="connsiteY9" fmla="*/ 4678328 h 4859337"/>
              <a:gd name="connsiteX10" fmla="*/ 0 w 5488080"/>
              <a:gd name="connsiteY10" fmla="*/ 181008 h 4859337"/>
              <a:gd name="connsiteX11" fmla="*/ 15128 w 5488080"/>
              <a:gd name="connsiteY11" fmla="*/ 106080 h 4859337"/>
              <a:gd name="connsiteX12" fmla="*/ 117576 w 5488080"/>
              <a:gd name="connsiteY12" fmla="*/ 3632 h 4859337"/>
              <a:gd name="connsiteX13" fmla="*/ 129274 w 5488080"/>
              <a:gd name="connsiteY13" fmla="*/ 0 h 4859337"/>
              <a:gd name="connsiteX0" fmla="*/ 129274 w 5490233"/>
              <a:gd name="connsiteY0" fmla="*/ 0 h 4859337"/>
              <a:gd name="connsiteX1" fmla="*/ 4540653 w 5490233"/>
              <a:gd name="connsiteY1" fmla="*/ 0 h 4859337"/>
              <a:gd name="connsiteX2" fmla="*/ 5484362 w 5490233"/>
              <a:gd name="connsiteY2" fmla="*/ 2430747 h 4859337"/>
              <a:gd name="connsiteX3" fmla="*/ 5485645 w 5490233"/>
              <a:gd name="connsiteY3" fmla="*/ 2429142 h 4859337"/>
              <a:gd name="connsiteX4" fmla="*/ 4532899 w 5490233"/>
              <a:gd name="connsiteY4" fmla="*/ 4859337 h 4859337"/>
              <a:gd name="connsiteX5" fmla="*/ 4532898 w 5490233"/>
              <a:gd name="connsiteY5" fmla="*/ 4859337 h 4859337"/>
              <a:gd name="connsiteX6" fmla="*/ 129277 w 5490233"/>
              <a:gd name="connsiteY6" fmla="*/ 4859337 h 4859337"/>
              <a:gd name="connsiteX7" fmla="*/ 117576 w 5490233"/>
              <a:gd name="connsiteY7" fmla="*/ 4855705 h 4859337"/>
              <a:gd name="connsiteX8" fmla="*/ 15128 w 5490233"/>
              <a:gd name="connsiteY8" fmla="*/ 4753257 h 4859337"/>
              <a:gd name="connsiteX9" fmla="*/ 0 w 5490233"/>
              <a:gd name="connsiteY9" fmla="*/ 4678328 h 4859337"/>
              <a:gd name="connsiteX10" fmla="*/ 0 w 5490233"/>
              <a:gd name="connsiteY10" fmla="*/ 181008 h 4859337"/>
              <a:gd name="connsiteX11" fmla="*/ 15128 w 5490233"/>
              <a:gd name="connsiteY11" fmla="*/ 106080 h 4859337"/>
              <a:gd name="connsiteX12" fmla="*/ 117576 w 5490233"/>
              <a:gd name="connsiteY12" fmla="*/ 3632 h 4859337"/>
              <a:gd name="connsiteX13" fmla="*/ 129274 w 5490233"/>
              <a:gd name="connsiteY13" fmla="*/ 0 h 485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490233" h="4859337">
                <a:moveTo>
                  <a:pt x="129274" y="0"/>
                </a:moveTo>
                <a:lnTo>
                  <a:pt x="4540653" y="0"/>
                </a:lnTo>
                <a:lnTo>
                  <a:pt x="5484362" y="2430747"/>
                </a:lnTo>
                <a:cubicBezTo>
                  <a:pt x="5496398" y="2437969"/>
                  <a:pt x="5486310" y="2425095"/>
                  <a:pt x="5485645" y="2429142"/>
                </a:cubicBezTo>
                <a:lnTo>
                  <a:pt x="4532899" y="4859337"/>
                </a:lnTo>
                <a:lnTo>
                  <a:pt x="4532898" y="4859337"/>
                </a:lnTo>
                <a:lnTo>
                  <a:pt x="129277" y="4859337"/>
                </a:lnTo>
                <a:lnTo>
                  <a:pt x="117576" y="4855705"/>
                </a:lnTo>
                <a:cubicBezTo>
                  <a:pt x="71513" y="4836222"/>
                  <a:pt x="34611" y="4799320"/>
                  <a:pt x="15128" y="4753257"/>
                </a:cubicBezTo>
                <a:lnTo>
                  <a:pt x="0" y="4678328"/>
                </a:lnTo>
                <a:lnTo>
                  <a:pt x="0" y="181008"/>
                </a:lnTo>
                <a:lnTo>
                  <a:pt x="15128" y="106080"/>
                </a:lnTo>
                <a:cubicBezTo>
                  <a:pt x="34611" y="60017"/>
                  <a:pt x="71513" y="23115"/>
                  <a:pt x="117576" y="3632"/>
                </a:cubicBezTo>
                <a:lnTo>
                  <a:pt x="129274" y="0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AD748ECC-C982-6B4C-88F1-D9C05250EFC0}"/>
              </a:ext>
            </a:extLst>
          </p:cNvPr>
          <p:cNvSpPr/>
          <p:nvPr userDrawn="1"/>
        </p:nvSpPr>
        <p:spPr>
          <a:xfrm rot="5400000">
            <a:off x="5694996" y="1340698"/>
            <a:ext cx="22608" cy="8371"/>
          </a:xfrm>
          <a:custGeom>
            <a:avLst/>
            <a:gdLst>
              <a:gd name="connsiteX0" fmla="*/ 0 w 22608"/>
              <a:gd name="connsiteY0" fmla="*/ 8371 h 8371"/>
              <a:gd name="connsiteX1" fmla="*/ 22608 w 22608"/>
              <a:gd name="connsiteY1" fmla="*/ 0 h 8371"/>
              <a:gd name="connsiteX2" fmla="*/ 22607 w 22608"/>
              <a:gd name="connsiteY2" fmla="*/ 8371 h 8371"/>
              <a:gd name="connsiteX3" fmla="*/ 0 w 22608"/>
              <a:gd name="connsiteY3" fmla="*/ 8371 h 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08" h="8371">
                <a:moveTo>
                  <a:pt x="0" y="8371"/>
                </a:moveTo>
                <a:lnTo>
                  <a:pt x="22608" y="0"/>
                </a:lnTo>
                <a:lnTo>
                  <a:pt x="22607" y="8371"/>
                </a:lnTo>
                <a:lnTo>
                  <a:pt x="0" y="83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0953E44-28C2-E744-92BB-10A39DACC513}"/>
              </a:ext>
            </a:extLst>
          </p:cNvPr>
          <p:cNvGrpSpPr/>
          <p:nvPr userDrawn="1"/>
        </p:nvGrpSpPr>
        <p:grpSpPr>
          <a:xfrm>
            <a:off x="5338119" y="1347617"/>
            <a:ext cx="1210963" cy="4859337"/>
            <a:chOff x="5313405" y="1347617"/>
            <a:chExt cx="1210963" cy="4859337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38B57F03-4830-B347-8EA1-C3CC678B2498}"/>
                </a:ext>
              </a:extLst>
            </p:cNvPr>
            <p:cNvSpPr/>
            <p:nvPr/>
          </p:nvSpPr>
          <p:spPr>
            <a:xfrm>
              <a:off x="5436973" y="1347617"/>
              <a:ext cx="1087395" cy="4859337"/>
            </a:xfrm>
            <a:prstGeom prst="chevron">
              <a:avLst>
                <a:gd name="adj" fmla="val 87552"/>
              </a:avLst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13827FF2-80E7-9946-AD79-F575624B378A}"/>
                </a:ext>
              </a:extLst>
            </p:cNvPr>
            <p:cNvSpPr/>
            <p:nvPr/>
          </p:nvSpPr>
          <p:spPr>
            <a:xfrm>
              <a:off x="5313405" y="1347617"/>
              <a:ext cx="1087395" cy="4859337"/>
            </a:xfrm>
            <a:prstGeom prst="chevron">
              <a:avLst>
                <a:gd name="adj" fmla="val 87552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2">
            <a:extLst>
              <a:ext uri="{FF2B5EF4-FFF2-40B4-BE49-F238E27FC236}">
                <a16:creationId xmlns:a16="http://schemas.microsoft.com/office/drawing/2014/main" id="{7220B340-E1FC-7443-B4D1-D57F68C877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976C3353-E06F-F540-9C7F-62F548F02E1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5414C5-E2C2-EA4F-B02B-9C2BF3C5451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87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6F22A351-A906-FD4A-AF17-DF96C1079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9098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54A7A32A-0F62-F54B-B421-C10E8509B7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20738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5" name="Рисунок 4">
            <a:extLst>
              <a:ext uri="{FF2B5EF4-FFF2-40B4-BE49-F238E27FC236}">
                <a16:creationId xmlns:a16="http://schemas.microsoft.com/office/drawing/2014/main" id="{9236F921-8E88-A648-A0FF-AA8DD6FFB8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83286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4605D42A-86C6-474D-8F7F-31E9E7B653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13" y="2311400"/>
            <a:ext cx="3248025" cy="1952625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6F7AF065-1B16-014D-99B0-A88CC6A2C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F6C3B32-62C9-1349-81C3-32EEB370FA3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86F741-EC01-3043-B23A-0266623F0C7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02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3AAE98BF-D215-5E4C-A38A-B49101B42C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6945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Рисунок 2">
            <a:extLst>
              <a:ext uri="{FF2B5EF4-FFF2-40B4-BE49-F238E27FC236}">
                <a16:creationId xmlns:a16="http://schemas.microsoft.com/office/drawing/2014/main" id="{F540E14F-28B0-7840-8873-F88D5F76C7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1412" y="-2"/>
            <a:ext cx="6120000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5997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2">
            <a:extLst>
              <a:ext uri="{FF2B5EF4-FFF2-40B4-BE49-F238E27FC236}">
                <a16:creationId xmlns:a16="http://schemas.microsoft.com/office/drawing/2014/main" id="{79793C7B-296A-6240-9792-871DB6E2C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7F431C-1F2A-5E44-BDFA-93A8471B87C0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160324-1822-A64D-A7EF-818FEA4BEA2C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AF2A216-EB3B-544B-924F-63FC5DBF51A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6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75A83CC-9EE2-4449-BC43-8F9F3CB865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42644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4068000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9DC0046-C910-434A-88C0-4A37DDB77F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61999" y="0"/>
            <a:ext cx="4089735" cy="6857999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FCEA0CC-0AF1-4846-8714-1F4D2831B3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51734" y="2"/>
            <a:ext cx="4040266" cy="6857998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8891A38A-68ED-E14B-A600-6C40DAAFC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93F551-2870-DD44-9793-96EA7C5FCABE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14D1FA-E7FA-9849-BC54-2AB688CD9D6B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1529822-1A31-BE48-81E4-338C3E102713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6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хайлайта с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AF79BFCF-0513-BB43-8C0E-FD98BCB58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136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B2737D-BCC6-B549-B21D-CC779C9711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072701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F7ABE9-7A11-A245-8734-8344564803F6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A729587E-E652-7946-8C92-DDC2AE8285E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48234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9E32ACDA-BAF1-5D42-86D5-F7ED889DBE9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3767" y="0"/>
            <a:ext cx="3060000" cy="6858000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01BD0279-8285-1C4E-A108-7937827AD0C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9298" y="-2"/>
            <a:ext cx="3072701" cy="6858001"/>
          </a:xfr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8F5D55D-FB94-FC4A-B247-84053521ABE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Заголовок 16">
            <a:extLst>
              <a:ext uri="{FF2B5EF4-FFF2-40B4-BE49-F238E27FC236}">
                <a16:creationId xmlns:a16="http://schemas.microsoft.com/office/drawing/2014/main" id="{120012A5-1BD7-BC42-924B-0339C44060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8556625" cy="685801"/>
          </a:xfrm>
        </p:spPr>
        <p:txBody>
          <a:bodyPr vert="horz" lIns="0" tIns="0" rIns="0" bIns="0" anchor="t">
            <a:spAutoFit/>
          </a:bodyPr>
          <a:lstStyle>
            <a:lvl1pPr marL="0" indent="0">
              <a:tabLst>
                <a:tab pos="3721100" algn="l"/>
              </a:tabLst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20" name="Текст 2">
            <a:extLst>
              <a:ext uri="{FF2B5EF4-FFF2-40B4-BE49-F238E27FC236}">
                <a16:creationId xmlns:a16="http://schemas.microsoft.com/office/drawing/2014/main" id="{7C5C851D-6422-F84C-9E3B-3DCE98567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1CE91D-6B0B-A646-8A6D-031751374C94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tx1"/>
                </a:solidFill>
              </a:rPr>
              <a:pPr algn="l"/>
              <a:t>‹#›</a:t>
            </a:fld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4C12A0-7419-954A-B4A1-6EAA8D2295E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tx1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D8E1B5F-2E2C-FA43-A616-018BB629B8EE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8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команд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A553710-8EB1-D749-A488-B003541240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5315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Рисунок 13">
            <a:extLst>
              <a:ext uri="{FF2B5EF4-FFF2-40B4-BE49-F238E27FC236}">
                <a16:creationId xmlns:a16="http://schemas.microsoft.com/office/drawing/2014/main" id="{F537E8E3-816C-2544-91F9-4B33037D29C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864343" y="13851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6" name="Рисунок 13">
            <a:extLst>
              <a:ext uri="{FF2B5EF4-FFF2-40B4-BE49-F238E27FC236}">
                <a16:creationId xmlns:a16="http://schemas.microsoft.com/office/drawing/2014/main" id="{97B0A150-AB47-874D-96C9-DE360A01A15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6434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7" name="Рисунок 13">
            <a:extLst>
              <a:ext uri="{FF2B5EF4-FFF2-40B4-BE49-F238E27FC236}">
                <a16:creationId xmlns:a16="http://schemas.microsoft.com/office/drawing/2014/main" id="{B7E6E8E3-1174-144D-B9A7-77104747AE58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86434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8" name="Рисунок 13">
            <a:extLst>
              <a:ext uri="{FF2B5EF4-FFF2-40B4-BE49-F238E27FC236}">
                <a16:creationId xmlns:a16="http://schemas.microsoft.com/office/drawing/2014/main" id="{7BDAB4F6-51C0-F848-9832-591B5C309C46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55411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29" name="Рисунок 13">
            <a:extLst>
              <a:ext uri="{FF2B5EF4-FFF2-40B4-BE49-F238E27FC236}">
                <a16:creationId xmlns:a16="http://schemas.microsoft.com/office/drawing/2014/main" id="{A14C52C0-480A-484F-B424-8467E507D06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43883" y="1376806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0" name="Рисунок 13">
            <a:extLst>
              <a:ext uri="{FF2B5EF4-FFF2-40B4-BE49-F238E27FC236}">
                <a16:creationId xmlns:a16="http://schemas.microsoft.com/office/drawing/2014/main" id="{0272647E-2316-CA4F-9A62-7BCA4D42E7D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5411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1" name="Рисунок 13">
            <a:extLst>
              <a:ext uri="{FF2B5EF4-FFF2-40B4-BE49-F238E27FC236}">
                <a16:creationId xmlns:a16="http://schemas.microsoft.com/office/drawing/2014/main" id="{5974A209-122A-5F41-A13F-25522C1B6E7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243883" y="3210347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2" name="Рисунок 13">
            <a:extLst>
              <a:ext uri="{FF2B5EF4-FFF2-40B4-BE49-F238E27FC236}">
                <a16:creationId xmlns:a16="http://schemas.microsoft.com/office/drawing/2014/main" id="{4E511F35-5BA5-CA45-A4CC-D3C500DE329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55411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33" name="Рисунок 13">
            <a:extLst>
              <a:ext uri="{FF2B5EF4-FFF2-40B4-BE49-F238E27FC236}">
                <a16:creationId xmlns:a16="http://schemas.microsoft.com/office/drawing/2014/main" id="{F73DD4C3-358E-BB40-A4F1-7F39008F69AE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243883" y="5043888"/>
            <a:ext cx="1116000" cy="1116000"/>
          </a:xfrm>
          <a:prstGeom prst="ellipse">
            <a:avLst/>
          </a:prstGeom>
          <a:pattFill prst="lgCheck">
            <a:fgClr>
              <a:schemeClr val="bg1"/>
            </a:fgClr>
            <a:bgClr>
              <a:schemeClr val="tx2"/>
            </a:bgClr>
          </a:pattFill>
          <a:ln w="19050">
            <a:solidFill>
              <a:schemeClr val="accent1"/>
            </a:solidFill>
          </a:ln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Фото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id="{F19BE0CC-9355-3F40-936D-3F862654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E2307BE-66F3-7D44-9102-694445144759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5AF4710-4919-F146-A8CA-3C89CC53816F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9CA8D65A-CD26-894A-B070-5C035F2A04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4373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10B0541-1057-CD46-B9A5-6549F4AEE5BD}"/>
              </a:ext>
            </a:extLst>
          </p:cNvPr>
          <p:cNvGrpSpPr/>
          <p:nvPr userDrawn="1"/>
        </p:nvGrpSpPr>
        <p:grpSpPr>
          <a:xfrm>
            <a:off x="3445589" y="1348162"/>
            <a:ext cx="771073" cy="2778654"/>
            <a:chOff x="3445589" y="1348162"/>
            <a:chExt cx="771073" cy="2778654"/>
          </a:xfrm>
        </p:grpSpPr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4B4A7E79-CD9E-8046-B435-F57ACE87C22A}"/>
                </a:ext>
              </a:extLst>
            </p:cNvPr>
            <p:cNvSpPr/>
            <p:nvPr/>
          </p:nvSpPr>
          <p:spPr>
            <a:xfrm>
              <a:off x="3586782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15" name="Нашивка 14">
              <a:extLst>
                <a:ext uri="{FF2B5EF4-FFF2-40B4-BE49-F238E27FC236}">
                  <a16:creationId xmlns:a16="http://schemas.microsoft.com/office/drawing/2014/main" id="{0A198EC9-08B4-7E4D-A5B0-628EE7D8B1FA}"/>
                </a:ext>
              </a:extLst>
            </p:cNvPr>
            <p:cNvSpPr/>
            <p:nvPr/>
          </p:nvSpPr>
          <p:spPr>
            <a:xfrm>
              <a:off x="3445589" y="1348162"/>
              <a:ext cx="629880" cy="2778654"/>
            </a:xfrm>
            <a:prstGeom prst="chevron">
              <a:avLst>
                <a:gd name="adj" fmla="val 79013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7F3CBE2-441C-F245-B292-5E89FE31F7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14785" y="1348127"/>
            <a:ext cx="3131741" cy="2771436"/>
          </a:xfrm>
          <a:custGeom>
            <a:avLst/>
            <a:gdLst>
              <a:gd name="connsiteX0" fmla="*/ 115649 w 3131741"/>
              <a:gd name="connsiteY0" fmla="*/ 0 h 2771436"/>
              <a:gd name="connsiteX1" fmla="*/ 2638631 w 3131741"/>
              <a:gd name="connsiteY1" fmla="*/ 0 h 2771436"/>
              <a:gd name="connsiteX2" fmla="*/ 3131741 w 3131741"/>
              <a:gd name="connsiteY2" fmla="*/ 1384518 h 2771436"/>
              <a:gd name="connsiteX3" fmla="*/ 3131741 w 3131741"/>
              <a:gd name="connsiteY3" fmla="*/ 1387483 h 2771436"/>
              <a:gd name="connsiteX4" fmla="*/ 2638832 w 3131741"/>
              <a:gd name="connsiteY4" fmla="*/ 2771436 h 2771436"/>
              <a:gd name="connsiteX5" fmla="*/ 79723 w 3131741"/>
              <a:gd name="connsiteY5" fmla="*/ 2771436 h 2771436"/>
              <a:gd name="connsiteX6" fmla="*/ 70633 w 3131741"/>
              <a:gd name="connsiteY6" fmla="*/ 2769601 h 2771436"/>
              <a:gd name="connsiteX7" fmla="*/ 0 w 3131741"/>
              <a:gd name="connsiteY7" fmla="*/ 2663040 h 2771436"/>
              <a:gd name="connsiteX8" fmla="*/ 0 w 3131741"/>
              <a:gd name="connsiteY8" fmla="*/ 115649 h 2771436"/>
              <a:gd name="connsiteX9" fmla="*/ 115649 w 3131741"/>
              <a:gd name="connsiteY9" fmla="*/ 0 h 2771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1741" h="2771436">
                <a:moveTo>
                  <a:pt x="115649" y="0"/>
                </a:moveTo>
                <a:lnTo>
                  <a:pt x="2638631" y="0"/>
                </a:lnTo>
                <a:lnTo>
                  <a:pt x="3131741" y="1384518"/>
                </a:lnTo>
                <a:lnTo>
                  <a:pt x="3131741" y="1387483"/>
                </a:lnTo>
                <a:lnTo>
                  <a:pt x="2638832" y="2771436"/>
                </a:lnTo>
                <a:lnTo>
                  <a:pt x="79723" y="2771436"/>
                </a:lnTo>
                <a:lnTo>
                  <a:pt x="70633" y="2769601"/>
                </a:lnTo>
                <a:cubicBezTo>
                  <a:pt x="29125" y="2752044"/>
                  <a:pt x="0" y="2710943"/>
                  <a:pt x="0" y="2663040"/>
                </a:cubicBezTo>
                <a:lnTo>
                  <a:pt x="0" y="115649"/>
                </a:lnTo>
                <a:cubicBezTo>
                  <a:pt x="0" y="51778"/>
                  <a:pt x="51778" y="0"/>
                  <a:pt x="115649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F26ABBD4-C954-894B-B2B1-49C9529E2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3611A81E-E8D2-9140-8AA6-2A2F8C3391E0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0147DF-8F69-1B45-822B-2C8CEC604618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995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сширенный слайд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10661A6-6AFF-8544-81FE-15464A7EA4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570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866C39B-C013-2643-9A19-721E15B83D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93800" y="1724328"/>
            <a:ext cx="1713211" cy="1712611"/>
          </a:xfrm>
          <a:custGeom>
            <a:avLst/>
            <a:gdLst>
              <a:gd name="connsiteX0" fmla="*/ 856606 w 1713211"/>
              <a:gd name="connsiteY0" fmla="*/ 0 h 1712611"/>
              <a:gd name="connsiteX1" fmla="*/ 1708790 w 1713211"/>
              <a:gd name="connsiteY1" fmla="*/ 769023 h 1712611"/>
              <a:gd name="connsiteX2" fmla="*/ 1713211 w 1713211"/>
              <a:gd name="connsiteY2" fmla="*/ 856586 h 1712611"/>
              <a:gd name="connsiteX3" fmla="*/ 1713211 w 1713211"/>
              <a:gd name="connsiteY3" fmla="*/ 856626 h 1712611"/>
              <a:gd name="connsiteX4" fmla="*/ 1708790 w 1713211"/>
              <a:gd name="connsiteY4" fmla="*/ 944189 h 1712611"/>
              <a:gd name="connsiteX5" fmla="*/ 944189 w 1713211"/>
              <a:gd name="connsiteY5" fmla="*/ 1708790 h 1712611"/>
              <a:gd name="connsiteX6" fmla="*/ 868508 w 1713211"/>
              <a:gd name="connsiteY6" fmla="*/ 1712611 h 1712611"/>
              <a:gd name="connsiteX7" fmla="*/ 844704 w 1713211"/>
              <a:gd name="connsiteY7" fmla="*/ 1712611 h 1712611"/>
              <a:gd name="connsiteX8" fmla="*/ 769023 w 1713211"/>
              <a:gd name="connsiteY8" fmla="*/ 1708790 h 1712611"/>
              <a:gd name="connsiteX9" fmla="*/ 0 w 1713211"/>
              <a:gd name="connsiteY9" fmla="*/ 856606 h 1712611"/>
              <a:gd name="connsiteX10" fmla="*/ 856606 w 1713211"/>
              <a:gd name="connsiteY10" fmla="*/ 0 h 17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3211" h="1712611">
                <a:moveTo>
                  <a:pt x="856606" y="0"/>
                </a:moveTo>
                <a:cubicBezTo>
                  <a:pt x="1300128" y="0"/>
                  <a:pt x="1664923" y="337075"/>
                  <a:pt x="1708790" y="769023"/>
                </a:cubicBezTo>
                <a:lnTo>
                  <a:pt x="1713211" y="856586"/>
                </a:lnTo>
                <a:lnTo>
                  <a:pt x="1713211" y="856626"/>
                </a:lnTo>
                <a:lnTo>
                  <a:pt x="1708790" y="944189"/>
                </a:lnTo>
                <a:cubicBezTo>
                  <a:pt x="1667847" y="1347341"/>
                  <a:pt x="1347341" y="1667847"/>
                  <a:pt x="944189" y="1708790"/>
                </a:cubicBezTo>
                <a:lnTo>
                  <a:pt x="868508" y="1712611"/>
                </a:lnTo>
                <a:lnTo>
                  <a:pt x="844704" y="1712611"/>
                </a:lnTo>
                <a:lnTo>
                  <a:pt x="769023" y="1708790"/>
                </a:lnTo>
                <a:cubicBezTo>
                  <a:pt x="337075" y="1664923"/>
                  <a:pt x="0" y="1300128"/>
                  <a:pt x="0" y="856606"/>
                </a:cubicBezTo>
                <a:cubicBezTo>
                  <a:pt x="0" y="383516"/>
                  <a:pt x="383516" y="0"/>
                  <a:pt x="856606" y="0"/>
                </a:cubicBez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EDE18CFA-4597-C542-BD6A-BB6556226B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63F073C-BF3E-F34E-B467-C7DE312DB4CD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C3422F-D15C-C84F-88C3-7229DD67E0AA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305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 компан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CABB8F2-733D-7F43-AC63-395A8A1614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67705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69D28E57-41BD-734F-ABC1-1CE649C7D8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64397" y="-2744"/>
            <a:ext cx="7327603" cy="6863489"/>
          </a:xfrm>
          <a:custGeom>
            <a:avLst/>
            <a:gdLst>
              <a:gd name="connsiteX0" fmla="*/ 0 w 7317201"/>
              <a:gd name="connsiteY0" fmla="*/ 0 h 6844239"/>
              <a:gd name="connsiteX1" fmla="*/ 7317201 w 7317201"/>
              <a:gd name="connsiteY1" fmla="*/ 0 h 6844239"/>
              <a:gd name="connsiteX2" fmla="*/ 7317201 w 7317201"/>
              <a:gd name="connsiteY2" fmla="*/ 6844239 h 6844239"/>
              <a:gd name="connsiteX3" fmla="*/ 0 w 7317201"/>
              <a:gd name="connsiteY3" fmla="*/ 6844239 h 6844239"/>
              <a:gd name="connsiteX4" fmla="*/ 0 w 7317201"/>
              <a:gd name="connsiteY4" fmla="*/ 6825611 h 6844239"/>
              <a:gd name="connsiteX5" fmla="*/ 1183573 w 7317201"/>
              <a:gd name="connsiteY5" fmla="*/ 3424239 h 6844239"/>
              <a:gd name="connsiteX6" fmla="*/ 0 w 7317201"/>
              <a:gd name="connsiteY6" fmla="*/ 22866 h 684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7201" h="6844239">
                <a:moveTo>
                  <a:pt x="0" y="0"/>
                </a:moveTo>
                <a:lnTo>
                  <a:pt x="7317201" y="0"/>
                </a:lnTo>
                <a:lnTo>
                  <a:pt x="7317201" y="6844239"/>
                </a:lnTo>
                <a:lnTo>
                  <a:pt x="0" y="6844239"/>
                </a:lnTo>
                <a:lnTo>
                  <a:pt x="0" y="6825611"/>
                </a:lnTo>
                <a:lnTo>
                  <a:pt x="1183573" y="3424239"/>
                </a:lnTo>
                <a:lnTo>
                  <a:pt x="0" y="22866"/>
                </a:lnTo>
                <a:close/>
              </a:path>
            </a:pathLst>
          </a:custGeom>
          <a:pattFill prst="lgCheck">
            <a:fgClr>
              <a:schemeClr val="bg1"/>
            </a:fgClr>
            <a:bgClr>
              <a:schemeClr val="tx2"/>
            </a:bgClr>
          </a:patt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ru-RU" sz="1800" dirty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ru-RU" dirty="0"/>
              <a:t>Изображение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8BAF189-7717-0640-8C8C-ED5E2ED62208}"/>
              </a:ext>
            </a:extLst>
          </p:cNvPr>
          <p:cNvGrpSpPr/>
          <p:nvPr userDrawn="1"/>
        </p:nvGrpSpPr>
        <p:grpSpPr>
          <a:xfrm>
            <a:off x="4612146" y="-3357"/>
            <a:ext cx="1442729" cy="6876000"/>
            <a:chOff x="3106995" y="0"/>
            <a:chExt cx="1442729" cy="6858000"/>
          </a:xfrm>
        </p:grpSpPr>
        <p:sp>
          <p:nvSpPr>
            <p:cNvPr id="10" name="Нашивка 9">
              <a:extLst>
                <a:ext uri="{FF2B5EF4-FFF2-40B4-BE49-F238E27FC236}">
                  <a16:creationId xmlns:a16="http://schemas.microsoft.com/office/drawing/2014/main" id="{AF822873-8C8D-1043-BA6F-04B9699CC2D6}"/>
                </a:ext>
              </a:extLst>
            </p:cNvPr>
            <p:cNvSpPr/>
            <p:nvPr userDrawn="1"/>
          </p:nvSpPr>
          <p:spPr>
            <a:xfrm>
              <a:off x="3106995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Нашивка 10">
              <a:extLst>
                <a:ext uri="{FF2B5EF4-FFF2-40B4-BE49-F238E27FC236}">
                  <a16:creationId xmlns:a16="http://schemas.microsoft.com/office/drawing/2014/main" id="{953148FE-FF88-A245-8A8A-48BDA4067A84}"/>
                </a:ext>
              </a:extLst>
            </p:cNvPr>
            <p:cNvSpPr/>
            <p:nvPr userDrawn="1"/>
          </p:nvSpPr>
          <p:spPr>
            <a:xfrm>
              <a:off x="3234621" y="0"/>
              <a:ext cx="1315103" cy="6858000"/>
            </a:xfrm>
            <a:prstGeom prst="chevron">
              <a:avLst>
                <a:gd name="adj" fmla="val 8947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sp>
        <p:nvSpPr>
          <p:cNvPr id="16" name="Заголовок 16">
            <a:extLst>
              <a:ext uri="{FF2B5EF4-FFF2-40B4-BE49-F238E27FC236}">
                <a16:creationId xmlns:a16="http://schemas.microsoft.com/office/drawing/2014/main" id="{F1C14830-24AB-4749-BC5F-7A646C87A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3803239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AA790474-46FC-9941-AE33-0D3A2D0224A3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C322BA2-087E-0745-A341-7E93A885438A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6836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6EEB85F-5429-D048-AD72-EFBE1D8A2DF5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595A2B-72A1-E347-9CA0-14DD22536CCA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C5022CC-AF62-FF4A-B915-BCD69BA94596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58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 аудитори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66864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038BD53-8F25-5D40-9289-9C57CC794676}"/>
              </a:ext>
            </a:extLst>
          </p:cNvPr>
          <p:cNvSpPr txBox="1"/>
          <p:nvPr userDrawn="1"/>
        </p:nvSpPr>
        <p:spPr>
          <a:xfrm>
            <a:off x="340191" y="-392985"/>
            <a:ext cx="4493538" cy="8556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30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?</a:t>
            </a:r>
            <a:endParaRPr lang="ru-RU" sz="53000" b="1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1854FB96-6482-7040-AEC9-31343493737F}"/>
              </a:ext>
            </a:extLst>
          </p:cNvPr>
          <p:cNvGrpSpPr/>
          <p:nvPr userDrawn="1"/>
        </p:nvGrpSpPr>
        <p:grpSpPr>
          <a:xfrm>
            <a:off x="227165" y="3801795"/>
            <a:ext cx="361110" cy="371578"/>
            <a:chOff x="383279" y="3833472"/>
            <a:chExt cx="361110" cy="371578"/>
          </a:xfrm>
        </p:grpSpPr>
        <p:sp>
          <p:nvSpPr>
            <p:cNvPr id="20" name="Нашивка 19">
              <a:extLst>
                <a:ext uri="{FF2B5EF4-FFF2-40B4-BE49-F238E27FC236}">
                  <a16:creationId xmlns:a16="http://schemas.microsoft.com/office/drawing/2014/main" id="{4505EE8C-FEC0-2C41-972F-9B231977F75A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1" name="Нашивка 20">
              <a:extLst>
                <a:ext uri="{FF2B5EF4-FFF2-40B4-BE49-F238E27FC236}">
                  <a16:creationId xmlns:a16="http://schemas.microsoft.com/office/drawing/2014/main" id="{284537A5-A020-3B46-96F7-D48FB25F2653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Текст 4">
            <a:extLst>
              <a:ext uri="{FF2B5EF4-FFF2-40B4-BE49-F238E27FC236}">
                <a16:creationId xmlns:a16="http://schemas.microsoft.com/office/drawing/2014/main" id="{D19FA497-049D-C040-99F2-FE82689E4C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275" y="4358993"/>
            <a:ext cx="8323263" cy="1841782"/>
          </a:xfrm>
        </p:spPr>
        <p:txBody>
          <a:bodyPr lIns="0" tIns="0" rIns="0" bIns="0" anchor="t">
            <a:norm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50AAAD90-B1BF-E248-AE25-D0D473D138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3620806"/>
            <a:ext cx="8323263" cy="738188"/>
          </a:xfrm>
        </p:spPr>
        <p:txBody>
          <a:bodyPr lIns="0" tIns="0" rIns="0" bIns="0" anchor="ctr"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Вопрос аудитории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06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дведем итоги">
    <p:bg>
      <p:bgPr>
        <a:gradFill>
          <a:gsLst>
            <a:gs pos="95000">
              <a:schemeClr val="accent1"/>
            </a:gs>
            <a:gs pos="3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747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3485A6-5304-D840-B8BB-5B8A3C47D176}"/>
              </a:ext>
            </a:extLst>
          </p:cNvPr>
          <p:cNvSpPr txBox="1"/>
          <p:nvPr userDrawn="1"/>
        </p:nvSpPr>
        <p:spPr>
          <a:xfrm>
            <a:off x="9126538" y="-392985"/>
            <a:ext cx="2448106" cy="8248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3000" b="1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3">
                        <a:alpha val="0"/>
                      </a:schemeClr>
                    </a:gs>
                  </a:gsLst>
                  <a:lin ang="5400000" scaled="1"/>
                  <a:tileRect/>
                </a:gradFill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D6D61-9134-1C46-8701-29DD0B986DE3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2C8AA36-B22B-AE43-B38E-09068C80391A}"/>
              </a:ext>
            </a:extLst>
          </p:cNvPr>
          <p:cNvGrpSpPr/>
          <p:nvPr userDrawn="1"/>
        </p:nvGrpSpPr>
        <p:grpSpPr>
          <a:xfrm>
            <a:off x="227165" y="1353092"/>
            <a:ext cx="361110" cy="371578"/>
            <a:chOff x="383279" y="3833472"/>
            <a:chExt cx="361110" cy="371578"/>
          </a:xfrm>
        </p:grpSpPr>
        <p:sp>
          <p:nvSpPr>
            <p:cNvPr id="13" name="Нашивка 12">
              <a:extLst>
                <a:ext uri="{FF2B5EF4-FFF2-40B4-BE49-F238E27FC236}">
                  <a16:creationId xmlns:a16="http://schemas.microsoft.com/office/drawing/2014/main" id="{72F3EBDB-5783-E445-AFD7-0024F7012003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4" name="Нашивка 13">
              <a:extLst>
                <a:ext uri="{FF2B5EF4-FFF2-40B4-BE49-F238E27FC236}">
                  <a16:creationId xmlns:a16="http://schemas.microsoft.com/office/drawing/2014/main" id="{E2822CAD-EADF-BF4C-8DC3-8D9F65968E4F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Текст 17">
            <a:extLst>
              <a:ext uri="{FF2B5EF4-FFF2-40B4-BE49-F238E27FC236}">
                <a16:creationId xmlns:a16="http://schemas.microsoft.com/office/drawing/2014/main" id="{EC8B8A80-E4D6-6242-B68B-0BFB25E1BC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275" y="1319598"/>
            <a:ext cx="8323263" cy="443198"/>
          </a:xfrm>
        </p:spPr>
        <p:txBody>
          <a:bodyPr lIns="0" tIns="0" rIns="0" bIns="0" anchor="ctr">
            <a:sp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Подведем итоги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770" y="542125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041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оро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E2F44F8C-947C-1644-A927-26E4B6403B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8129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1B4EF-64D7-894B-8937-1E4CB50F3D07}"/>
              </a:ext>
            </a:extLst>
          </p:cNvPr>
          <p:cNvSpPr txBox="1"/>
          <p:nvPr userDrawn="1"/>
        </p:nvSpPr>
        <p:spPr>
          <a:xfrm>
            <a:off x="11049960" y="6462296"/>
            <a:ext cx="338765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r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435A7BF7-A0FA-AA42-AC3A-05BE8E91E4EB}"/>
              </a:ext>
            </a:extLst>
          </p:cNvPr>
          <p:cNvSpPr/>
          <p:nvPr userDrawn="1"/>
        </p:nvSpPr>
        <p:spPr>
          <a:xfrm>
            <a:off x="-1" y="2108516"/>
            <a:ext cx="6460790" cy="4756444"/>
          </a:xfrm>
          <a:custGeom>
            <a:avLst/>
            <a:gdLst>
              <a:gd name="connsiteX0" fmla="*/ 1364852 w 6460790"/>
              <a:gd name="connsiteY0" fmla="*/ 0 h 4756444"/>
              <a:gd name="connsiteX1" fmla="*/ 2305876 w 6460790"/>
              <a:gd name="connsiteY1" fmla="*/ 500338 h 4756444"/>
              <a:gd name="connsiteX2" fmla="*/ 2317966 w 6460790"/>
              <a:gd name="connsiteY2" fmla="*/ 522612 h 4756444"/>
              <a:gd name="connsiteX3" fmla="*/ 2334528 w 6460790"/>
              <a:gd name="connsiteY3" fmla="*/ 469258 h 4756444"/>
              <a:gd name="connsiteX4" fmla="*/ 2779103 w 6460790"/>
              <a:gd name="connsiteY4" fmla="*/ 174573 h 4756444"/>
              <a:gd name="connsiteX5" fmla="*/ 3251793 w 6460790"/>
              <a:gd name="connsiteY5" fmla="*/ 559826 h 4756444"/>
              <a:gd name="connsiteX6" fmla="*/ 3256247 w 6460790"/>
              <a:gd name="connsiteY6" fmla="*/ 604013 h 4756444"/>
              <a:gd name="connsiteX7" fmla="*/ 3328199 w 6460790"/>
              <a:gd name="connsiteY7" fmla="*/ 577678 h 4756444"/>
              <a:gd name="connsiteX8" fmla="*/ 3585139 w 6460790"/>
              <a:gd name="connsiteY8" fmla="*/ 538832 h 4756444"/>
              <a:gd name="connsiteX9" fmla="*/ 4449183 w 6460790"/>
              <a:gd name="connsiteY9" fmla="*/ 1402876 h 4756444"/>
              <a:gd name="connsiteX10" fmla="*/ 4434754 w 6460790"/>
              <a:gd name="connsiteY10" fmla="*/ 1546011 h 4756444"/>
              <a:gd name="connsiteX11" fmla="*/ 4468094 w 6460790"/>
              <a:gd name="connsiteY11" fmla="*/ 1523927 h 4756444"/>
              <a:gd name="connsiteX12" fmla="*/ 4870315 w 6460790"/>
              <a:gd name="connsiteY12" fmla="*/ 1416867 h 4756444"/>
              <a:gd name="connsiteX13" fmla="*/ 5678383 w 6460790"/>
              <a:gd name="connsiteY13" fmla="*/ 2224935 h 4756444"/>
              <a:gd name="connsiteX14" fmla="*/ 5673958 w 6460790"/>
              <a:gd name="connsiteY14" fmla="*/ 2268836 h 4756444"/>
              <a:gd name="connsiteX15" fmla="*/ 5799483 w 6460790"/>
              <a:gd name="connsiteY15" fmla="*/ 2256182 h 4756444"/>
              <a:gd name="connsiteX16" fmla="*/ 6460790 w 6460790"/>
              <a:gd name="connsiteY16" fmla="*/ 2917489 h 4756444"/>
              <a:gd name="connsiteX17" fmla="*/ 6056894 w 6460790"/>
              <a:gd name="connsiteY17" fmla="*/ 3526828 h 4756444"/>
              <a:gd name="connsiteX18" fmla="*/ 5941507 w 6460790"/>
              <a:gd name="connsiteY18" fmla="*/ 3562646 h 4756444"/>
              <a:gd name="connsiteX19" fmla="*/ 5945079 w 6460790"/>
              <a:gd name="connsiteY19" fmla="*/ 3643478 h 4756444"/>
              <a:gd name="connsiteX20" fmla="*/ 5497696 w 6460790"/>
              <a:gd name="connsiteY20" fmla="*/ 4723556 h 4756444"/>
              <a:gd name="connsiteX21" fmla="*/ 5461510 w 6460790"/>
              <a:gd name="connsiteY21" fmla="*/ 4756444 h 4756444"/>
              <a:gd name="connsiteX22" fmla="*/ 3373726 w 6460790"/>
              <a:gd name="connsiteY22" fmla="*/ 4756444 h 4756444"/>
              <a:gd name="connsiteX23" fmla="*/ 3337540 w 6460790"/>
              <a:gd name="connsiteY23" fmla="*/ 4723556 h 4756444"/>
              <a:gd name="connsiteX24" fmla="*/ 3300218 w 6460790"/>
              <a:gd name="connsiteY24" fmla="*/ 4682491 h 4756444"/>
              <a:gd name="connsiteX25" fmla="*/ 3214236 w 6460790"/>
              <a:gd name="connsiteY25" fmla="*/ 4746788 h 4756444"/>
              <a:gd name="connsiteX26" fmla="*/ 3197436 w 6460790"/>
              <a:gd name="connsiteY26" fmla="*/ 4756444 h 4756444"/>
              <a:gd name="connsiteX27" fmla="*/ 0 w 6460790"/>
              <a:gd name="connsiteY27" fmla="*/ 4756444 h 4756444"/>
              <a:gd name="connsiteX28" fmla="*/ 0 w 6460790"/>
              <a:gd name="connsiteY28" fmla="*/ 788938 h 4756444"/>
              <a:gd name="connsiteX29" fmla="*/ 47629 w 6460790"/>
              <a:gd name="connsiteY29" fmla="*/ 781669 h 4756444"/>
              <a:gd name="connsiteX30" fmla="*/ 138597 w 6460790"/>
              <a:gd name="connsiteY30" fmla="*/ 777075 h 4756444"/>
              <a:gd name="connsiteX31" fmla="*/ 274091 w 6460790"/>
              <a:gd name="connsiteY31" fmla="*/ 787327 h 4756444"/>
              <a:gd name="connsiteX32" fmla="*/ 283886 w 6460790"/>
              <a:gd name="connsiteY32" fmla="*/ 789584 h 4756444"/>
              <a:gd name="connsiteX33" fmla="*/ 319197 w 6460790"/>
              <a:gd name="connsiteY33" fmla="*/ 693107 h 4756444"/>
              <a:gd name="connsiteX34" fmla="*/ 1364852 w 6460790"/>
              <a:gd name="connsiteY34" fmla="*/ 0 h 475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460790" h="4756444">
                <a:moveTo>
                  <a:pt x="1364852" y="0"/>
                </a:moveTo>
                <a:cubicBezTo>
                  <a:pt x="1756573" y="0"/>
                  <a:pt x="2101938" y="198470"/>
                  <a:pt x="2305876" y="500338"/>
                </a:cubicBezTo>
                <a:lnTo>
                  <a:pt x="2317966" y="522612"/>
                </a:lnTo>
                <a:lnTo>
                  <a:pt x="2334528" y="469258"/>
                </a:lnTo>
                <a:cubicBezTo>
                  <a:pt x="2407774" y="296084"/>
                  <a:pt x="2579248" y="174573"/>
                  <a:pt x="2779103" y="174573"/>
                </a:cubicBezTo>
                <a:cubicBezTo>
                  <a:pt x="3012267" y="174573"/>
                  <a:pt x="3206802" y="339963"/>
                  <a:pt x="3251793" y="559826"/>
                </a:cubicBezTo>
                <a:lnTo>
                  <a:pt x="3256247" y="604013"/>
                </a:lnTo>
                <a:lnTo>
                  <a:pt x="3328199" y="577678"/>
                </a:lnTo>
                <a:cubicBezTo>
                  <a:pt x="3409366" y="552432"/>
                  <a:pt x="3495665" y="538832"/>
                  <a:pt x="3585139" y="538832"/>
                </a:cubicBezTo>
                <a:cubicBezTo>
                  <a:pt x="4062337" y="538832"/>
                  <a:pt x="4449183" y="925678"/>
                  <a:pt x="4449183" y="1402876"/>
                </a:cubicBezTo>
                <a:lnTo>
                  <a:pt x="4434754" y="1546011"/>
                </a:lnTo>
                <a:lnTo>
                  <a:pt x="4468094" y="1523927"/>
                </a:lnTo>
                <a:cubicBezTo>
                  <a:pt x="4586539" y="1455819"/>
                  <a:pt x="4723878" y="1416867"/>
                  <a:pt x="4870315" y="1416867"/>
                </a:cubicBezTo>
                <a:cubicBezTo>
                  <a:pt x="5316599" y="1416867"/>
                  <a:pt x="5678383" y="1778651"/>
                  <a:pt x="5678383" y="2224935"/>
                </a:cubicBezTo>
                <a:lnTo>
                  <a:pt x="5673958" y="2268836"/>
                </a:lnTo>
                <a:lnTo>
                  <a:pt x="5799483" y="2256182"/>
                </a:lnTo>
                <a:cubicBezTo>
                  <a:pt x="6164713" y="2256182"/>
                  <a:pt x="6460790" y="2552259"/>
                  <a:pt x="6460790" y="2917489"/>
                </a:cubicBezTo>
                <a:cubicBezTo>
                  <a:pt x="6460790" y="3191412"/>
                  <a:pt x="6294247" y="3426436"/>
                  <a:pt x="6056894" y="3526828"/>
                </a:cubicBezTo>
                <a:lnTo>
                  <a:pt x="5941507" y="3562646"/>
                </a:lnTo>
                <a:lnTo>
                  <a:pt x="5945079" y="3643478"/>
                </a:lnTo>
                <a:cubicBezTo>
                  <a:pt x="5945079" y="4065275"/>
                  <a:pt x="5774112" y="4447140"/>
                  <a:pt x="5497696" y="4723556"/>
                </a:cubicBezTo>
                <a:lnTo>
                  <a:pt x="5461510" y="4756444"/>
                </a:lnTo>
                <a:lnTo>
                  <a:pt x="3373726" y="4756444"/>
                </a:lnTo>
                <a:lnTo>
                  <a:pt x="3337540" y="4723556"/>
                </a:lnTo>
                <a:lnTo>
                  <a:pt x="3300218" y="4682491"/>
                </a:lnTo>
                <a:lnTo>
                  <a:pt x="3214236" y="4746788"/>
                </a:lnTo>
                <a:lnTo>
                  <a:pt x="3197436" y="4756444"/>
                </a:lnTo>
                <a:lnTo>
                  <a:pt x="0" y="4756444"/>
                </a:lnTo>
                <a:lnTo>
                  <a:pt x="0" y="788938"/>
                </a:lnTo>
                <a:lnTo>
                  <a:pt x="47629" y="781669"/>
                </a:lnTo>
                <a:cubicBezTo>
                  <a:pt x="77539" y="778631"/>
                  <a:pt x="107886" y="777075"/>
                  <a:pt x="138597" y="777075"/>
                </a:cubicBezTo>
                <a:cubicBezTo>
                  <a:pt x="184663" y="777075"/>
                  <a:pt x="229912" y="780576"/>
                  <a:pt x="274091" y="787327"/>
                </a:cubicBezTo>
                <a:lnTo>
                  <a:pt x="283886" y="789584"/>
                </a:lnTo>
                <a:lnTo>
                  <a:pt x="319197" y="693107"/>
                </a:lnTo>
                <a:cubicBezTo>
                  <a:pt x="491474" y="285797"/>
                  <a:pt x="894787" y="0"/>
                  <a:pt x="13648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02AD1-766A-DE45-9A3D-BBC3CBD18CC0}"/>
              </a:ext>
            </a:extLst>
          </p:cNvPr>
          <p:cNvSpPr txBox="1"/>
          <p:nvPr userDrawn="1"/>
        </p:nvSpPr>
        <p:spPr>
          <a:xfrm>
            <a:off x="9388251" y="19206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59B9762A-D661-004B-AA68-25A2ABE391B5}"/>
              </a:ext>
            </a:extLst>
          </p:cNvPr>
          <p:cNvGrpSpPr/>
          <p:nvPr userDrawn="1"/>
        </p:nvGrpSpPr>
        <p:grpSpPr>
          <a:xfrm>
            <a:off x="2743200" y="3128963"/>
            <a:ext cx="9458325" cy="3771902"/>
            <a:chOff x="2743200" y="3128963"/>
            <a:chExt cx="9458325" cy="3771902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245F897D-F2E4-AE4F-AB0A-7347E2F985FF}"/>
                </a:ext>
              </a:extLst>
            </p:cNvPr>
            <p:cNvSpPr/>
            <p:nvPr/>
          </p:nvSpPr>
          <p:spPr>
            <a:xfrm>
              <a:off x="2786063" y="3128963"/>
              <a:ext cx="9415462" cy="3743325"/>
            </a:xfrm>
            <a:custGeom>
              <a:avLst/>
              <a:gdLst>
                <a:gd name="connsiteX0" fmla="*/ 0 w 9415462"/>
                <a:gd name="connsiteY0" fmla="*/ 3743325 h 3743325"/>
                <a:gd name="connsiteX1" fmla="*/ 1557337 w 9415462"/>
                <a:gd name="connsiteY1" fmla="*/ 2386012 h 3743325"/>
                <a:gd name="connsiteX2" fmla="*/ 2128837 w 9415462"/>
                <a:gd name="connsiteY2" fmla="*/ 2686050 h 3743325"/>
                <a:gd name="connsiteX3" fmla="*/ 3629025 w 9415462"/>
                <a:gd name="connsiteY3" fmla="*/ 957262 h 3743325"/>
                <a:gd name="connsiteX4" fmla="*/ 4300537 w 9415462"/>
                <a:gd name="connsiteY4" fmla="*/ 1600200 h 3743325"/>
                <a:gd name="connsiteX5" fmla="*/ 5715000 w 9415462"/>
                <a:gd name="connsiteY5" fmla="*/ 0 h 3743325"/>
                <a:gd name="connsiteX6" fmla="*/ 7100887 w 9415462"/>
                <a:gd name="connsiteY6" fmla="*/ 1243012 h 3743325"/>
                <a:gd name="connsiteX7" fmla="*/ 8258175 w 9415462"/>
                <a:gd name="connsiteY7" fmla="*/ 1042987 h 3743325"/>
                <a:gd name="connsiteX8" fmla="*/ 9172575 w 9415462"/>
                <a:gd name="connsiteY8" fmla="*/ 1671637 h 3743325"/>
                <a:gd name="connsiteX9" fmla="*/ 9401175 w 9415462"/>
                <a:gd name="connsiteY9" fmla="*/ 1585912 h 3743325"/>
                <a:gd name="connsiteX10" fmla="*/ 9415462 w 9415462"/>
                <a:gd name="connsiteY10" fmla="*/ 3743325 h 3743325"/>
                <a:gd name="connsiteX11" fmla="*/ 0 w 9415462"/>
                <a:gd name="connsiteY11" fmla="*/ 3743325 h 374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15462" h="3743325">
                  <a:moveTo>
                    <a:pt x="0" y="3743325"/>
                  </a:moveTo>
                  <a:lnTo>
                    <a:pt x="1557337" y="2386012"/>
                  </a:lnTo>
                  <a:lnTo>
                    <a:pt x="2128837" y="2686050"/>
                  </a:lnTo>
                  <a:lnTo>
                    <a:pt x="3629025" y="957262"/>
                  </a:lnTo>
                  <a:lnTo>
                    <a:pt x="4300537" y="1600200"/>
                  </a:lnTo>
                  <a:lnTo>
                    <a:pt x="5715000" y="0"/>
                  </a:lnTo>
                  <a:lnTo>
                    <a:pt x="7100887" y="1243012"/>
                  </a:lnTo>
                  <a:lnTo>
                    <a:pt x="8258175" y="1042987"/>
                  </a:lnTo>
                  <a:lnTo>
                    <a:pt x="9172575" y="1671637"/>
                  </a:lnTo>
                  <a:lnTo>
                    <a:pt x="9401175" y="1585912"/>
                  </a:lnTo>
                  <a:cubicBezTo>
                    <a:pt x="9405937" y="2305050"/>
                    <a:pt x="9410700" y="3024187"/>
                    <a:pt x="9415462" y="3743325"/>
                  </a:cubicBezTo>
                  <a:lnTo>
                    <a:pt x="0" y="374332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32C7D0-36EF-DE49-A525-8E4F0D44B3BD}"/>
                </a:ext>
              </a:extLst>
            </p:cNvPr>
            <p:cNvSpPr/>
            <p:nvPr/>
          </p:nvSpPr>
          <p:spPr>
            <a:xfrm>
              <a:off x="4347396" y="5523567"/>
              <a:ext cx="567770" cy="865510"/>
            </a:xfrm>
            <a:custGeom>
              <a:avLst/>
              <a:gdLst>
                <a:gd name="connsiteX0" fmla="*/ 0 w 521677"/>
                <a:gd name="connsiteY0" fmla="*/ 0 h 849923"/>
                <a:gd name="connsiteX1" fmla="*/ 263769 w 521677"/>
                <a:gd name="connsiteY1" fmla="*/ 310661 h 849923"/>
                <a:gd name="connsiteX2" fmla="*/ 23446 w 521677"/>
                <a:gd name="connsiteY2" fmla="*/ 398584 h 849923"/>
                <a:gd name="connsiteX3" fmla="*/ 263769 w 521677"/>
                <a:gd name="connsiteY3" fmla="*/ 849923 h 849923"/>
                <a:gd name="connsiteX4" fmla="*/ 304800 w 521677"/>
                <a:gd name="connsiteY4" fmla="*/ 492369 h 849923"/>
                <a:gd name="connsiteX5" fmla="*/ 521677 w 521677"/>
                <a:gd name="connsiteY5" fmla="*/ 416169 h 849923"/>
                <a:gd name="connsiteX6" fmla="*/ 515816 w 521677"/>
                <a:gd name="connsiteY6" fmla="*/ 252046 h 849923"/>
                <a:gd name="connsiteX7" fmla="*/ 0 w 521677"/>
                <a:gd name="connsiteY7" fmla="*/ 0 h 849923"/>
                <a:gd name="connsiteX0" fmla="*/ 0 w 536597"/>
                <a:gd name="connsiteY0" fmla="*/ 0 h 849923"/>
                <a:gd name="connsiteX1" fmla="*/ 263769 w 536597"/>
                <a:gd name="connsiteY1" fmla="*/ 310661 h 849923"/>
                <a:gd name="connsiteX2" fmla="*/ 23446 w 536597"/>
                <a:gd name="connsiteY2" fmla="*/ 398584 h 849923"/>
                <a:gd name="connsiteX3" fmla="*/ 263769 w 536597"/>
                <a:gd name="connsiteY3" fmla="*/ 849923 h 849923"/>
                <a:gd name="connsiteX4" fmla="*/ 304800 w 536597"/>
                <a:gd name="connsiteY4" fmla="*/ 492369 h 849923"/>
                <a:gd name="connsiteX5" fmla="*/ 521677 w 536597"/>
                <a:gd name="connsiteY5" fmla="*/ 416169 h 849923"/>
                <a:gd name="connsiteX6" fmla="*/ 536597 w 536597"/>
                <a:gd name="connsiteY6" fmla="*/ 272828 h 849923"/>
                <a:gd name="connsiteX7" fmla="*/ 0 w 536597"/>
                <a:gd name="connsiteY7" fmla="*/ 0 h 849923"/>
                <a:gd name="connsiteX0" fmla="*/ 0 w 567770"/>
                <a:gd name="connsiteY0" fmla="*/ 0 h 865510"/>
                <a:gd name="connsiteX1" fmla="*/ 294942 w 567770"/>
                <a:gd name="connsiteY1" fmla="*/ 326248 h 865510"/>
                <a:gd name="connsiteX2" fmla="*/ 54619 w 567770"/>
                <a:gd name="connsiteY2" fmla="*/ 414171 h 865510"/>
                <a:gd name="connsiteX3" fmla="*/ 294942 w 567770"/>
                <a:gd name="connsiteY3" fmla="*/ 865510 h 865510"/>
                <a:gd name="connsiteX4" fmla="*/ 335973 w 567770"/>
                <a:gd name="connsiteY4" fmla="*/ 507956 h 865510"/>
                <a:gd name="connsiteX5" fmla="*/ 552850 w 567770"/>
                <a:gd name="connsiteY5" fmla="*/ 431756 h 865510"/>
                <a:gd name="connsiteX6" fmla="*/ 567770 w 567770"/>
                <a:gd name="connsiteY6" fmla="*/ 288415 h 865510"/>
                <a:gd name="connsiteX7" fmla="*/ 0 w 567770"/>
                <a:gd name="connsiteY7" fmla="*/ 0 h 865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7770" h="865510">
                  <a:moveTo>
                    <a:pt x="0" y="0"/>
                  </a:moveTo>
                  <a:lnTo>
                    <a:pt x="294942" y="326248"/>
                  </a:lnTo>
                  <a:lnTo>
                    <a:pt x="54619" y="414171"/>
                  </a:lnTo>
                  <a:lnTo>
                    <a:pt x="294942" y="865510"/>
                  </a:lnTo>
                  <a:lnTo>
                    <a:pt x="335973" y="507956"/>
                  </a:lnTo>
                  <a:lnTo>
                    <a:pt x="552850" y="431756"/>
                  </a:lnTo>
                  <a:lnTo>
                    <a:pt x="567770" y="28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C45EBF49-D586-DB41-8FBE-08934BC9980A}"/>
                </a:ext>
              </a:extLst>
            </p:cNvPr>
            <p:cNvSpPr/>
            <p:nvPr/>
          </p:nvSpPr>
          <p:spPr>
            <a:xfrm>
              <a:off x="6422382" y="4112934"/>
              <a:ext cx="2217526" cy="2434403"/>
            </a:xfrm>
            <a:custGeom>
              <a:avLst/>
              <a:gdLst>
                <a:gd name="connsiteX0" fmla="*/ 0 w 2186354"/>
                <a:gd name="connsiteY0" fmla="*/ 0 h 2403230"/>
                <a:gd name="connsiteX1" fmla="*/ 234461 w 2186354"/>
                <a:gd name="connsiteY1" fmla="*/ 674077 h 2403230"/>
                <a:gd name="connsiteX2" fmla="*/ 76200 w 2186354"/>
                <a:gd name="connsiteY2" fmla="*/ 668215 h 2403230"/>
                <a:gd name="connsiteX3" fmla="*/ 281354 w 2186354"/>
                <a:gd name="connsiteY3" fmla="*/ 1119554 h 2403230"/>
                <a:gd name="connsiteX4" fmla="*/ 41031 w 2186354"/>
                <a:gd name="connsiteY4" fmla="*/ 1137138 h 2403230"/>
                <a:gd name="connsiteX5" fmla="*/ 527538 w 2186354"/>
                <a:gd name="connsiteY5" fmla="*/ 1565030 h 2403230"/>
                <a:gd name="connsiteX6" fmla="*/ 2186354 w 2186354"/>
                <a:gd name="connsiteY6" fmla="*/ 2403230 h 2403230"/>
                <a:gd name="connsiteX7" fmla="*/ 738554 w 2186354"/>
                <a:gd name="connsiteY7" fmla="*/ 1500554 h 2403230"/>
                <a:gd name="connsiteX8" fmla="*/ 1019908 w 2186354"/>
                <a:gd name="connsiteY8" fmla="*/ 973015 h 2403230"/>
                <a:gd name="connsiteX9" fmla="*/ 674077 w 2186354"/>
                <a:gd name="connsiteY9" fmla="*/ 855784 h 2403230"/>
                <a:gd name="connsiteX10" fmla="*/ 621323 w 2186354"/>
                <a:gd name="connsiteY10" fmla="*/ 568569 h 2403230"/>
                <a:gd name="connsiteX11" fmla="*/ 0 w 2186354"/>
                <a:gd name="connsiteY11" fmla="*/ 0 h 2403230"/>
                <a:gd name="connsiteX0" fmla="*/ 0 w 2217526"/>
                <a:gd name="connsiteY0" fmla="*/ 0 h 2434403"/>
                <a:gd name="connsiteX1" fmla="*/ 265633 w 2217526"/>
                <a:gd name="connsiteY1" fmla="*/ 705250 h 2434403"/>
                <a:gd name="connsiteX2" fmla="*/ 107372 w 2217526"/>
                <a:gd name="connsiteY2" fmla="*/ 699388 h 2434403"/>
                <a:gd name="connsiteX3" fmla="*/ 312526 w 2217526"/>
                <a:gd name="connsiteY3" fmla="*/ 1150727 h 2434403"/>
                <a:gd name="connsiteX4" fmla="*/ 72203 w 2217526"/>
                <a:gd name="connsiteY4" fmla="*/ 1168311 h 2434403"/>
                <a:gd name="connsiteX5" fmla="*/ 558710 w 2217526"/>
                <a:gd name="connsiteY5" fmla="*/ 1596203 h 2434403"/>
                <a:gd name="connsiteX6" fmla="*/ 2217526 w 2217526"/>
                <a:gd name="connsiteY6" fmla="*/ 2434403 h 2434403"/>
                <a:gd name="connsiteX7" fmla="*/ 769726 w 2217526"/>
                <a:gd name="connsiteY7" fmla="*/ 1531727 h 2434403"/>
                <a:gd name="connsiteX8" fmla="*/ 1051080 w 2217526"/>
                <a:gd name="connsiteY8" fmla="*/ 1004188 h 2434403"/>
                <a:gd name="connsiteX9" fmla="*/ 705249 w 2217526"/>
                <a:gd name="connsiteY9" fmla="*/ 886957 h 2434403"/>
                <a:gd name="connsiteX10" fmla="*/ 652495 w 2217526"/>
                <a:gd name="connsiteY10" fmla="*/ 599742 h 2434403"/>
                <a:gd name="connsiteX11" fmla="*/ 0 w 2217526"/>
                <a:gd name="connsiteY11" fmla="*/ 0 h 243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17526" h="2434403">
                  <a:moveTo>
                    <a:pt x="0" y="0"/>
                  </a:moveTo>
                  <a:lnTo>
                    <a:pt x="265633" y="705250"/>
                  </a:lnTo>
                  <a:lnTo>
                    <a:pt x="107372" y="699388"/>
                  </a:lnTo>
                  <a:lnTo>
                    <a:pt x="312526" y="1150727"/>
                  </a:lnTo>
                  <a:lnTo>
                    <a:pt x="72203" y="1168311"/>
                  </a:lnTo>
                  <a:lnTo>
                    <a:pt x="558710" y="1596203"/>
                  </a:lnTo>
                  <a:lnTo>
                    <a:pt x="2217526" y="2434403"/>
                  </a:lnTo>
                  <a:lnTo>
                    <a:pt x="769726" y="1531727"/>
                  </a:lnTo>
                  <a:lnTo>
                    <a:pt x="1051080" y="1004188"/>
                  </a:lnTo>
                  <a:lnTo>
                    <a:pt x="705249" y="886957"/>
                  </a:lnTo>
                  <a:lnTo>
                    <a:pt x="652495" y="5997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DCAA507-2613-8B49-A2D7-5AAB45B6277A}"/>
                </a:ext>
              </a:extLst>
            </p:cNvPr>
            <p:cNvSpPr/>
            <p:nvPr/>
          </p:nvSpPr>
          <p:spPr>
            <a:xfrm>
              <a:off x="8523875" y="3160566"/>
              <a:ext cx="1710371" cy="2783033"/>
            </a:xfrm>
            <a:custGeom>
              <a:avLst/>
              <a:gdLst>
                <a:gd name="connsiteX0" fmla="*/ 0 w 1746738"/>
                <a:gd name="connsiteY0" fmla="*/ 0 h 2819400"/>
                <a:gd name="connsiteX1" fmla="*/ 504092 w 1746738"/>
                <a:gd name="connsiteY1" fmla="*/ 978877 h 2819400"/>
                <a:gd name="connsiteX2" fmla="*/ 87923 w 1746738"/>
                <a:gd name="connsiteY2" fmla="*/ 1031631 h 2819400"/>
                <a:gd name="connsiteX3" fmla="*/ 1277815 w 1746738"/>
                <a:gd name="connsiteY3" fmla="*/ 2174631 h 2819400"/>
                <a:gd name="connsiteX4" fmla="*/ 1746738 w 1746738"/>
                <a:gd name="connsiteY4" fmla="*/ 2819400 h 2819400"/>
                <a:gd name="connsiteX5" fmla="*/ 1336430 w 1746738"/>
                <a:gd name="connsiteY5" fmla="*/ 1811215 h 2819400"/>
                <a:gd name="connsiteX6" fmla="*/ 1506415 w 1746738"/>
                <a:gd name="connsiteY6" fmla="*/ 1535723 h 2819400"/>
                <a:gd name="connsiteX7" fmla="*/ 1383323 w 1746738"/>
                <a:gd name="connsiteY7" fmla="*/ 1236785 h 2819400"/>
                <a:gd name="connsiteX8" fmla="*/ 0 w 1746738"/>
                <a:gd name="connsiteY8" fmla="*/ 0 h 2819400"/>
                <a:gd name="connsiteX0" fmla="*/ 0 w 1720761"/>
                <a:gd name="connsiteY0" fmla="*/ 0 h 2767446"/>
                <a:gd name="connsiteX1" fmla="*/ 478115 w 1720761"/>
                <a:gd name="connsiteY1" fmla="*/ 926923 h 2767446"/>
                <a:gd name="connsiteX2" fmla="*/ 61946 w 1720761"/>
                <a:gd name="connsiteY2" fmla="*/ 979677 h 2767446"/>
                <a:gd name="connsiteX3" fmla="*/ 1251838 w 1720761"/>
                <a:gd name="connsiteY3" fmla="*/ 2122677 h 2767446"/>
                <a:gd name="connsiteX4" fmla="*/ 1720761 w 1720761"/>
                <a:gd name="connsiteY4" fmla="*/ 2767446 h 2767446"/>
                <a:gd name="connsiteX5" fmla="*/ 1310453 w 1720761"/>
                <a:gd name="connsiteY5" fmla="*/ 1759261 h 2767446"/>
                <a:gd name="connsiteX6" fmla="*/ 1480438 w 1720761"/>
                <a:gd name="connsiteY6" fmla="*/ 1483769 h 2767446"/>
                <a:gd name="connsiteX7" fmla="*/ 1357346 w 1720761"/>
                <a:gd name="connsiteY7" fmla="*/ 1184831 h 2767446"/>
                <a:gd name="connsiteX8" fmla="*/ 0 w 1720761"/>
                <a:gd name="connsiteY8" fmla="*/ 0 h 2767446"/>
                <a:gd name="connsiteX0" fmla="*/ 0 w 1710371"/>
                <a:gd name="connsiteY0" fmla="*/ 0 h 2783033"/>
                <a:gd name="connsiteX1" fmla="*/ 467725 w 1710371"/>
                <a:gd name="connsiteY1" fmla="*/ 942510 h 2783033"/>
                <a:gd name="connsiteX2" fmla="*/ 51556 w 1710371"/>
                <a:gd name="connsiteY2" fmla="*/ 995264 h 2783033"/>
                <a:gd name="connsiteX3" fmla="*/ 1241448 w 1710371"/>
                <a:gd name="connsiteY3" fmla="*/ 2138264 h 2783033"/>
                <a:gd name="connsiteX4" fmla="*/ 1710371 w 1710371"/>
                <a:gd name="connsiteY4" fmla="*/ 2783033 h 2783033"/>
                <a:gd name="connsiteX5" fmla="*/ 1300063 w 1710371"/>
                <a:gd name="connsiteY5" fmla="*/ 1774848 h 2783033"/>
                <a:gd name="connsiteX6" fmla="*/ 1470048 w 1710371"/>
                <a:gd name="connsiteY6" fmla="*/ 1499356 h 2783033"/>
                <a:gd name="connsiteX7" fmla="*/ 1346956 w 1710371"/>
                <a:gd name="connsiteY7" fmla="*/ 1200418 h 2783033"/>
                <a:gd name="connsiteX8" fmla="*/ 0 w 1710371"/>
                <a:gd name="connsiteY8" fmla="*/ 0 h 2783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0371" h="2783033">
                  <a:moveTo>
                    <a:pt x="0" y="0"/>
                  </a:moveTo>
                  <a:lnTo>
                    <a:pt x="467725" y="942510"/>
                  </a:lnTo>
                  <a:lnTo>
                    <a:pt x="51556" y="995264"/>
                  </a:lnTo>
                  <a:lnTo>
                    <a:pt x="1241448" y="2138264"/>
                  </a:lnTo>
                  <a:lnTo>
                    <a:pt x="1710371" y="2783033"/>
                  </a:lnTo>
                  <a:lnTo>
                    <a:pt x="1300063" y="1774848"/>
                  </a:lnTo>
                  <a:lnTo>
                    <a:pt x="1470048" y="1499356"/>
                  </a:lnTo>
                  <a:lnTo>
                    <a:pt x="1346956" y="1200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9A001011-D375-8840-8EBF-070E544C735C}"/>
                </a:ext>
              </a:extLst>
            </p:cNvPr>
            <p:cNvSpPr/>
            <p:nvPr/>
          </p:nvSpPr>
          <p:spPr>
            <a:xfrm>
              <a:off x="10756900" y="4172978"/>
              <a:ext cx="1438174" cy="2692776"/>
            </a:xfrm>
            <a:custGeom>
              <a:avLst/>
              <a:gdLst>
                <a:gd name="connsiteX0" fmla="*/ 266700 w 1447800"/>
                <a:gd name="connsiteY0" fmla="*/ 0 h 2730500"/>
                <a:gd name="connsiteX1" fmla="*/ 317500 w 1447800"/>
                <a:gd name="connsiteY1" fmla="*/ 698500 h 2730500"/>
                <a:gd name="connsiteX2" fmla="*/ 0 w 1447800"/>
                <a:gd name="connsiteY2" fmla="*/ 749300 h 2730500"/>
                <a:gd name="connsiteX3" fmla="*/ 508000 w 1447800"/>
                <a:gd name="connsiteY3" fmla="*/ 1892300 h 2730500"/>
                <a:gd name="connsiteX4" fmla="*/ 1295400 w 1447800"/>
                <a:gd name="connsiteY4" fmla="*/ 2463800 h 2730500"/>
                <a:gd name="connsiteX5" fmla="*/ 1447800 w 1447800"/>
                <a:gd name="connsiteY5" fmla="*/ 2730500 h 2730500"/>
                <a:gd name="connsiteX6" fmla="*/ 1384300 w 1447800"/>
                <a:gd name="connsiteY6" fmla="*/ 2222500 h 2730500"/>
                <a:gd name="connsiteX7" fmla="*/ 1066800 w 1447800"/>
                <a:gd name="connsiteY7" fmla="*/ 1803400 h 2730500"/>
                <a:gd name="connsiteX8" fmla="*/ 1295400 w 1447800"/>
                <a:gd name="connsiteY8" fmla="*/ 1473200 h 2730500"/>
                <a:gd name="connsiteX9" fmla="*/ 1206500 w 1447800"/>
                <a:gd name="connsiteY9" fmla="*/ 609600 h 2730500"/>
                <a:gd name="connsiteX10" fmla="*/ 266700 w 1447800"/>
                <a:gd name="connsiteY10" fmla="*/ 0 h 2730500"/>
                <a:gd name="connsiteX0" fmla="*/ 307521 w 1447800"/>
                <a:gd name="connsiteY0" fmla="*/ 0 h 2722336"/>
                <a:gd name="connsiteX1" fmla="*/ 317500 w 1447800"/>
                <a:gd name="connsiteY1" fmla="*/ 690336 h 2722336"/>
                <a:gd name="connsiteX2" fmla="*/ 0 w 1447800"/>
                <a:gd name="connsiteY2" fmla="*/ 741136 h 2722336"/>
                <a:gd name="connsiteX3" fmla="*/ 508000 w 1447800"/>
                <a:gd name="connsiteY3" fmla="*/ 1884136 h 2722336"/>
                <a:gd name="connsiteX4" fmla="*/ 1295400 w 1447800"/>
                <a:gd name="connsiteY4" fmla="*/ 2455636 h 2722336"/>
                <a:gd name="connsiteX5" fmla="*/ 1447800 w 1447800"/>
                <a:gd name="connsiteY5" fmla="*/ 2722336 h 2722336"/>
                <a:gd name="connsiteX6" fmla="*/ 1384300 w 1447800"/>
                <a:gd name="connsiteY6" fmla="*/ 2214336 h 2722336"/>
                <a:gd name="connsiteX7" fmla="*/ 1066800 w 1447800"/>
                <a:gd name="connsiteY7" fmla="*/ 1795236 h 2722336"/>
                <a:gd name="connsiteX8" fmla="*/ 1295400 w 1447800"/>
                <a:gd name="connsiteY8" fmla="*/ 1465036 h 2722336"/>
                <a:gd name="connsiteX9" fmla="*/ 1206500 w 1447800"/>
                <a:gd name="connsiteY9" fmla="*/ 601436 h 2722336"/>
                <a:gd name="connsiteX10" fmla="*/ 307521 w 1447800"/>
                <a:gd name="connsiteY10" fmla="*/ 0 h 2722336"/>
                <a:gd name="connsiteX0" fmla="*/ 288954 w 1447800"/>
                <a:gd name="connsiteY0" fmla="*/ 0 h 2740902"/>
                <a:gd name="connsiteX1" fmla="*/ 317500 w 1447800"/>
                <a:gd name="connsiteY1" fmla="*/ 708902 h 2740902"/>
                <a:gd name="connsiteX2" fmla="*/ 0 w 1447800"/>
                <a:gd name="connsiteY2" fmla="*/ 759702 h 2740902"/>
                <a:gd name="connsiteX3" fmla="*/ 508000 w 1447800"/>
                <a:gd name="connsiteY3" fmla="*/ 1902702 h 2740902"/>
                <a:gd name="connsiteX4" fmla="*/ 1295400 w 1447800"/>
                <a:gd name="connsiteY4" fmla="*/ 2474202 h 2740902"/>
                <a:gd name="connsiteX5" fmla="*/ 1447800 w 1447800"/>
                <a:gd name="connsiteY5" fmla="*/ 2740902 h 2740902"/>
                <a:gd name="connsiteX6" fmla="*/ 1384300 w 1447800"/>
                <a:gd name="connsiteY6" fmla="*/ 2232902 h 2740902"/>
                <a:gd name="connsiteX7" fmla="*/ 1066800 w 1447800"/>
                <a:gd name="connsiteY7" fmla="*/ 1813802 h 2740902"/>
                <a:gd name="connsiteX8" fmla="*/ 1295400 w 1447800"/>
                <a:gd name="connsiteY8" fmla="*/ 1483602 h 2740902"/>
                <a:gd name="connsiteX9" fmla="*/ 1206500 w 1447800"/>
                <a:gd name="connsiteY9" fmla="*/ 620002 h 2740902"/>
                <a:gd name="connsiteX10" fmla="*/ 288954 w 1447800"/>
                <a:gd name="connsiteY10" fmla="*/ 0 h 2740902"/>
                <a:gd name="connsiteX0" fmla="*/ 288954 w 1438174"/>
                <a:gd name="connsiteY0" fmla="*/ 0 h 2692776"/>
                <a:gd name="connsiteX1" fmla="*/ 317500 w 1438174"/>
                <a:gd name="connsiteY1" fmla="*/ 708902 h 2692776"/>
                <a:gd name="connsiteX2" fmla="*/ 0 w 1438174"/>
                <a:gd name="connsiteY2" fmla="*/ 759702 h 2692776"/>
                <a:gd name="connsiteX3" fmla="*/ 508000 w 1438174"/>
                <a:gd name="connsiteY3" fmla="*/ 1902702 h 2692776"/>
                <a:gd name="connsiteX4" fmla="*/ 1295400 w 1438174"/>
                <a:gd name="connsiteY4" fmla="*/ 2474202 h 2692776"/>
                <a:gd name="connsiteX5" fmla="*/ 1438174 w 1438174"/>
                <a:gd name="connsiteY5" fmla="*/ 2692776 h 2692776"/>
                <a:gd name="connsiteX6" fmla="*/ 1384300 w 1438174"/>
                <a:gd name="connsiteY6" fmla="*/ 2232902 h 2692776"/>
                <a:gd name="connsiteX7" fmla="*/ 1066800 w 1438174"/>
                <a:gd name="connsiteY7" fmla="*/ 1813802 h 2692776"/>
                <a:gd name="connsiteX8" fmla="*/ 1295400 w 1438174"/>
                <a:gd name="connsiteY8" fmla="*/ 1483602 h 2692776"/>
                <a:gd name="connsiteX9" fmla="*/ 1206500 w 1438174"/>
                <a:gd name="connsiteY9" fmla="*/ 620002 h 2692776"/>
                <a:gd name="connsiteX10" fmla="*/ 288954 w 1438174"/>
                <a:gd name="connsiteY10" fmla="*/ 0 h 269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8174" h="2692776">
                  <a:moveTo>
                    <a:pt x="288954" y="0"/>
                  </a:moveTo>
                  <a:lnTo>
                    <a:pt x="317500" y="708902"/>
                  </a:lnTo>
                  <a:lnTo>
                    <a:pt x="0" y="759702"/>
                  </a:lnTo>
                  <a:lnTo>
                    <a:pt x="508000" y="1902702"/>
                  </a:lnTo>
                  <a:lnTo>
                    <a:pt x="1295400" y="2474202"/>
                  </a:lnTo>
                  <a:lnTo>
                    <a:pt x="1438174" y="2692776"/>
                  </a:lnTo>
                  <a:lnTo>
                    <a:pt x="1384300" y="2232902"/>
                  </a:lnTo>
                  <a:lnTo>
                    <a:pt x="1066800" y="1813802"/>
                  </a:lnTo>
                  <a:lnTo>
                    <a:pt x="1295400" y="1483602"/>
                  </a:lnTo>
                  <a:lnTo>
                    <a:pt x="1206500" y="620002"/>
                  </a:lnTo>
                  <a:lnTo>
                    <a:pt x="28895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2224E1A4-8603-F943-B388-2DE862A3E01D}"/>
                </a:ext>
              </a:extLst>
            </p:cNvPr>
            <p:cNvSpPr/>
            <p:nvPr/>
          </p:nvSpPr>
          <p:spPr>
            <a:xfrm>
              <a:off x="2743200" y="3521036"/>
              <a:ext cx="5432219" cy="3379829"/>
            </a:xfrm>
            <a:custGeom>
              <a:avLst/>
              <a:gdLst>
                <a:gd name="connsiteX0" fmla="*/ 0 w 6572250"/>
                <a:gd name="connsiteY0" fmla="*/ 4614863 h 4614863"/>
                <a:gd name="connsiteX1" fmla="*/ 1600200 w 6572250"/>
                <a:gd name="connsiteY1" fmla="*/ 3200400 h 4614863"/>
                <a:gd name="connsiteX2" fmla="*/ 2171700 w 6572250"/>
                <a:gd name="connsiteY2" fmla="*/ 3486150 h 4614863"/>
                <a:gd name="connsiteX3" fmla="*/ 3686175 w 6572250"/>
                <a:gd name="connsiteY3" fmla="*/ 1785938 h 4614863"/>
                <a:gd name="connsiteX4" fmla="*/ 4357688 w 6572250"/>
                <a:gd name="connsiteY4" fmla="*/ 2400300 h 4614863"/>
                <a:gd name="connsiteX5" fmla="*/ 6572250 w 6572250"/>
                <a:gd name="connsiteY5" fmla="*/ 0 h 4614863"/>
                <a:gd name="connsiteX0" fmla="*/ 0 w 5432219"/>
                <a:gd name="connsiteY0" fmla="*/ 3379829 h 3379829"/>
                <a:gd name="connsiteX1" fmla="*/ 1600200 w 5432219"/>
                <a:gd name="connsiteY1" fmla="*/ 1965366 h 3379829"/>
                <a:gd name="connsiteX2" fmla="*/ 2171700 w 5432219"/>
                <a:gd name="connsiteY2" fmla="*/ 2251116 h 3379829"/>
                <a:gd name="connsiteX3" fmla="*/ 3686175 w 5432219"/>
                <a:gd name="connsiteY3" fmla="*/ 550904 h 3379829"/>
                <a:gd name="connsiteX4" fmla="*/ 4357688 w 5432219"/>
                <a:gd name="connsiteY4" fmla="*/ 1165266 h 3379829"/>
                <a:gd name="connsiteX5" fmla="*/ 5432219 w 5432219"/>
                <a:gd name="connsiteY5" fmla="*/ 0 h 3379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32219" h="3379829">
                  <a:moveTo>
                    <a:pt x="0" y="3379829"/>
                  </a:moveTo>
                  <a:lnTo>
                    <a:pt x="1600200" y="1965366"/>
                  </a:lnTo>
                  <a:lnTo>
                    <a:pt x="2171700" y="2251116"/>
                  </a:lnTo>
                  <a:lnTo>
                    <a:pt x="3686175" y="550904"/>
                  </a:lnTo>
                  <a:lnTo>
                    <a:pt x="4357688" y="1165266"/>
                  </a:lnTo>
                  <a:lnTo>
                    <a:pt x="5432219" y="0"/>
                  </a:lnTo>
                </a:path>
              </a:pathLst>
            </a:custGeom>
            <a:noFill/>
            <a:ln w="69850">
              <a:solidFill>
                <a:schemeClr val="bg2"/>
              </a:solidFill>
              <a:tailEnd type="arrow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" name="Текст 2">
            <a:extLst>
              <a:ext uri="{FF2B5EF4-FFF2-40B4-BE49-F238E27FC236}">
                <a16:creationId xmlns:a16="http://schemas.microsoft.com/office/drawing/2014/main" id="{56E9E17D-8AC1-D849-BA48-B5BEDC511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527" y="6359240"/>
            <a:ext cx="6575811" cy="360000"/>
          </a:xfrm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800"/>
            </a:lvl1pPr>
          </a:lstStyle>
          <a:p>
            <a:pPr lvl="0"/>
            <a:r>
              <a:rPr lang="ru-RU" dirty="0"/>
              <a:t>Сноски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AADF3D3-AFBC-6841-9B45-A7155C9C7F35}"/>
              </a:ext>
            </a:extLst>
          </p:cNvPr>
          <p:cNvCxnSpPr>
            <a:cxnSpLocks/>
          </p:cNvCxnSpPr>
          <p:nvPr userDrawn="1"/>
        </p:nvCxnSpPr>
        <p:spPr>
          <a:xfrm>
            <a:off x="11102300" y="6459727"/>
            <a:ext cx="0" cy="1590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01C1EB4-C198-0746-96DB-5A1EAFFC2DD1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1"/>
                </a:solidFill>
              </a:rPr>
              <a:pPr algn="l"/>
              <a:t>‹#›</a:t>
            </a:fld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21" name="Нижний колонтитул 3">
            <a:extLst>
              <a:ext uri="{FF2B5EF4-FFF2-40B4-BE49-F238E27FC236}">
                <a16:creationId xmlns:a16="http://schemas.microsoft.com/office/drawing/2014/main" id="{602DFBC8-D0A1-8A45-8E2E-A3F064694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33855" y="6356349"/>
            <a:ext cx="3385837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bg1"/>
                </a:solidFill>
              </a:defRPr>
            </a:lvl1pPr>
          </a:lstStyle>
          <a:p>
            <a:r>
              <a:rPr lang="ru-RU"/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39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>
            <a:extLst>
              <a:ext uri="{FF2B5EF4-FFF2-40B4-BE49-F238E27FC236}">
                <a16:creationId xmlns:a16="http://schemas.microsoft.com/office/drawing/2014/main" id="{AE898A1B-0441-FF49-BF91-E55F48CBB7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7870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0E299884-2EFC-A04C-81A3-D7BA8D9E8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906" y="402822"/>
            <a:ext cx="9072000" cy="685801"/>
          </a:xfrm>
        </p:spPr>
        <p:txBody>
          <a:bodyPr vert="horz" lIns="0" tIns="0" rIns="0" bIns="0" anchor="t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1D2930A-E7E2-8F4B-BF00-D261DFFCEF5C}"/>
              </a:ext>
            </a:extLst>
          </p:cNvPr>
          <p:cNvCxnSpPr>
            <a:cxnSpLocks/>
          </p:cNvCxnSpPr>
          <p:nvPr userDrawn="1"/>
        </p:nvCxnSpPr>
        <p:spPr>
          <a:xfrm>
            <a:off x="662294" y="0"/>
            <a:ext cx="0" cy="995560"/>
          </a:xfrm>
          <a:prstGeom prst="line">
            <a:avLst/>
          </a:prstGeom>
          <a:ln w="444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23468D-8EE1-1043-8933-8DFE1FA7BD1B}"/>
              </a:ext>
            </a:extLst>
          </p:cNvPr>
          <p:cNvSpPr txBox="1"/>
          <p:nvPr userDrawn="1"/>
        </p:nvSpPr>
        <p:spPr>
          <a:xfrm>
            <a:off x="11176447" y="6461535"/>
            <a:ext cx="216000" cy="15645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/>
            <a:fld id="{C960BA5E-7A21-1A4B-A537-36612EA657E4}" type="slidenum">
              <a:rPr lang="ru-RU" sz="1000" smtClean="0">
                <a:solidFill>
                  <a:schemeClr val="bg2"/>
                </a:solidFill>
              </a:rPr>
              <a:pPr algn="l"/>
              <a:t>‹#›</a:t>
            </a:fld>
            <a:endParaRPr lang="ru-RU" sz="1000" dirty="0">
              <a:solidFill>
                <a:schemeClr val="bg2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518" y="488681"/>
            <a:ext cx="1253858" cy="51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08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азделитель ">
    <p:bg>
      <p:bgPr>
        <a:gradFill>
          <a:gsLst>
            <a:gs pos="100000">
              <a:schemeClr val="accent1"/>
            </a:gs>
            <a:gs pos="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2B11F5C4-C9AA-4A48-8171-7867F8EF81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01342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2B11F5C4-C9AA-4A48-8171-7867F8EF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Текст 4">
            <a:extLst>
              <a:ext uri="{FF2B5EF4-FFF2-40B4-BE49-F238E27FC236}">
                <a16:creationId xmlns:a16="http://schemas.microsoft.com/office/drawing/2014/main" id="{708B971F-3431-8343-970C-119F9B8E97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8515" y="1742133"/>
            <a:ext cx="5277485" cy="3719461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0" b="1">
                <a:solidFill>
                  <a:schemeClr val="accent1">
                    <a:alpha val="3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№</a:t>
            </a:r>
          </a:p>
        </p:txBody>
      </p:sp>
      <p:sp>
        <p:nvSpPr>
          <p:cNvPr id="12" name="Заголовок 16">
            <a:extLst>
              <a:ext uri="{FF2B5EF4-FFF2-40B4-BE49-F238E27FC236}">
                <a16:creationId xmlns:a16="http://schemas.microsoft.com/office/drawing/2014/main" id="{613E94BC-CCEB-784A-9FA5-B53A8B79B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8514" y="4345936"/>
            <a:ext cx="7269418" cy="1263213"/>
          </a:xfrm>
        </p:spPr>
        <p:txBody>
          <a:bodyPr vert="horz" lIns="0" tIns="0" rIns="0" bIns="0" anchor="t">
            <a:normAutofit/>
          </a:bodyPr>
          <a:lstStyle>
            <a:lvl1pPr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C7EEA3C-D68A-5A41-9D32-181E2305EDAA}"/>
              </a:ext>
            </a:extLst>
          </p:cNvPr>
          <p:cNvGrpSpPr/>
          <p:nvPr userDrawn="1"/>
        </p:nvGrpSpPr>
        <p:grpSpPr>
          <a:xfrm>
            <a:off x="227165" y="4390517"/>
            <a:ext cx="361110" cy="371578"/>
            <a:chOff x="383279" y="3833472"/>
            <a:chExt cx="361110" cy="371578"/>
          </a:xfrm>
        </p:grpSpPr>
        <p:sp>
          <p:nvSpPr>
            <p:cNvPr id="16" name="Нашивка 15">
              <a:extLst>
                <a:ext uri="{FF2B5EF4-FFF2-40B4-BE49-F238E27FC236}">
                  <a16:creationId xmlns:a16="http://schemas.microsoft.com/office/drawing/2014/main" id="{2FBFD15A-7232-634E-B5E0-140D0D8906EC}"/>
                </a:ext>
              </a:extLst>
            </p:cNvPr>
            <p:cNvSpPr/>
            <p:nvPr/>
          </p:nvSpPr>
          <p:spPr>
            <a:xfrm>
              <a:off x="564906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7" name="Нашивка 16">
              <a:extLst>
                <a:ext uri="{FF2B5EF4-FFF2-40B4-BE49-F238E27FC236}">
                  <a16:creationId xmlns:a16="http://schemas.microsoft.com/office/drawing/2014/main" id="{22DEB5DA-DC02-B243-96C3-83890778DED2}"/>
                </a:ext>
              </a:extLst>
            </p:cNvPr>
            <p:cNvSpPr/>
            <p:nvPr/>
          </p:nvSpPr>
          <p:spPr>
            <a:xfrm>
              <a:off x="383279" y="3833472"/>
              <a:ext cx="179483" cy="371578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1" y="246793"/>
            <a:ext cx="1048781" cy="42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8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EDB7-4B81-40C7-8AAF-EA11C612D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0A46C-23D3-4D26-A06A-AEB9920FA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C791-BF69-4DC2-A799-2E7A2BB1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4163B-8EE3-4356-93B8-70F784CB301D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1BDE-D4A5-469D-87CE-0F936649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BB942-A2A5-4306-9CDB-2E9E4265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21BE2-32CF-4EBF-8381-064BF1451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0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 hidden="1">
            <a:extLst>
              <a:ext uri="{FF2B5EF4-FFF2-40B4-BE49-F238E27FC236}">
                <a16:creationId xmlns:a16="http://schemas.microsoft.com/office/drawing/2014/main" id="{261D4D59-CE6F-8946-8CEC-CFA017835E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958887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8" imgW="7772400" imgH="10058400" progId="TCLayout.ActiveDocument.1">
                  <p:embed/>
                </p:oleObj>
              </mc:Choice>
              <mc:Fallback>
                <p:oleObj name="Слайд think-cell" r:id="rId48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31664-1E76-6F48-B95F-1623FC4B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504A0-B12C-F547-9F37-CD4801EB7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A8C393-4B6E-B244-A9AE-C2BE3E519C6D}"/>
              </a:ext>
            </a:extLst>
          </p:cNvPr>
          <p:cNvSpPr/>
          <p:nvPr userDrawn="1"/>
        </p:nvSpPr>
        <p:spPr>
          <a:xfrm>
            <a:off x="7572836" y="6449182"/>
            <a:ext cx="3463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ru-RU" sz="600" dirty="0">
                <a:solidFill>
                  <a:schemeClr val="bg2"/>
                </a:solidFill>
              </a:rPr>
              <a:t>Любое несанкционированное копирование, раскрытие или распространение материалов, содержащихся в данном документе (или приложениях к нему), строго запрещено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382E046-203B-AE4C-B16E-8F7BEB498396}"/>
              </a:ext>
            </a:extLst>
          </p:cNvPr>
          <p:cNvCxnSpPr>
            <a:cxnSpLocks/>
          </p:cNvCxnSpPr>
          <p:nvPr userDrawn="1"/>
        </p:nvCxnSpPr>
        <p:spPr>
          <a:xfrm>
            <a:off x="11104840" y="6460250"/>
            <a:ext cx="0" cy="1590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90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48" r:id="rId2"/>
    <p:sldLayoutId id="2147483731" r:id="rId3"/>
    <p:sldLayoutId id="2147483710" r:id="rId4"/>
    <p:sldLayoutId id="2147483732" r:id="rId5"/>
    <p:sldLayoutId id="2147483711" r:id="rId6"/>
    <p:sldLayoutId id="2147483733" r:id="rId7"/>
    <p:sldLayoutId id="2147483712" r:id="rId8"/>
    <p:sldLayoutId id="2147483734" r:id="rId9"/>
    <p:sldLayoutId id="2147483713" r:id="rId10"/>
    <p:sldLayoutId id="2147483735" r:id="rId11"/>
    <p:sldLayoutId id="2147483714" r:id="rId12"/>
    <p:sldLayoutId id="2147483736" r:id="rId13"/>
    <p:sldLayoutId id="2147483649" r:id="rId14"/>
    <p:sldLayoutId id="2147483715" r:id="rId15"/>
    <p:sldLayoutId id="2147483716" r:id="rId16"/>
    <p:sldLayoutId id="2147483717" r:id="rId17"/>
    <p:sldLayoutId id="2147483768" r:id="rId18"/>
    <p:sldLayoutId id="2147483719" r:id="rId19"/>
    <p:sldLayoutId id="2147483769" r:id="rId20"/>
    <p:sldLayoutId id="2147483722" r:id="rId21"/>
    <p:sldLayoutId id="2147483723" r:id="rId22"/>
    <p:sldLayoutId id="2147483724" r:id="rId23"/>
    <p:sldLayoutId id="2147483725" r:id="rId24"/>
    <p:sldLayoutId id="2147483767" r:id="rId25"/>
    <p:sldLayoutId id="2147483727" r:id="rId26"/>
    <p:sldLayoutId id="2147483770" r:id="rId27"/>
    <p:sldLayoutId id="2147483759" r:id="rId28"/>
    <p:sldLayoutId id="2147483728" r:id="rId29"/>
    <p:sldLayoutId id="2147483729" r:id="rId30"/>
    <p:sldLayoutId id="2147483730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57" r:id="rId38"/>
    <p:sldLayoutId id="2147483744" r:id="rId39"/>
    <p:sldLayoutId id="2147483764" r:id="rId40"/>
    <p:sldLayoutId id="2147483765" r:id="rId41"/>
    <p:sldLayoutId id="2147483760" r:id="rId42"/>
    <p:sldLayoutId id="2147483761" r:id="rId43"/>
    <p:sldLayoutId id="2147483766" r:id="rId44"/>
    <p:sldLayoutId id="2147483771" r:id="rId4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6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3906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593C-4C6D-41BF-8594-DE87D308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14" y="2958134"/>
            <a:ext cx="7711532" cy="2215991"/>
          </a:xfrm>
        </p:spPr>
        <p:txBody>
          <a:bodyPr/>
          <a:lstStyle/>
          <a:p>
            <a:r>
              <a:rPr lang="ru-RU" dirty="0"/>
              <a:t>Введение в базы данных и СУБД. Модели данных. Реляционная модель данных</a:t>
            </a:r>
            <a:br>
              <a:rPr lang="en-US" dirty="0"/>
            </a:br>
            <a:endParaRPr 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C1ED47-C9EC-E871-CD7A-2940AD1E02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047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en-US" dirty="0"/>
              <a:t>База данных: что это и зачем?</a:t>
            </a:r>
          </a:p>
        </p:txBody>
      </p:sp>
      <p:pic>
        <p:nvPicPr>
          <p:cNvPr id="4" name="Рисунок 3" descr="В чем преимущества облачной базы данных DbaaS | Cloud4Y">
            <a:extLst>
              <a:ext uri="{FF2B5EF4-FFF2-40B4-BE49-F238E27FC236}">
                <a16:creationId xmlns:a16="http://schemas.microsoft.com/office/drawing/2014/main" id="{71B4857C-CF98-52C4-CE3D-9EC2A49E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8" y="2622885"/>
            <a:ext cx="5898626" cy="3232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F665A1-72F2-7363-0C2B-EF02B8D6F3D8}"/>
              </a:ext>
            </a:extLst>
          </p:cNvPr>
          <p:cNvSpPr txBox="1"/>
          <p:nvPr/>
        </p:nvSpPr>
        <p:spPr>
          <a:xfrm>
            <a:off x="497806" y="1126640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База данных (БД)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это организованная совокупность структурированных данных, хранящихся в соответствии с определёнными правилами и предназначенных для совместного использования и обработки.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E6C1F2-A154-E833-3ED9-BE83155B26B2}"/>
              </a:ext>
            </a:extLst>
          </p:cNvPr>
          <p:cNvSpPr/>
          <p:nvPr/>
        </p:nvSpPr>
        <p:spPr>
          <a:xfrm>
            <a:off x="530675" y="2975761"/>
            <a:ext cx="1855871" cy="5748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0000" rIns="46800" bIns="46800" rtlCol="0" anchor="t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Структурированность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FFEB561-C77E-1571-3721-AE8322CF0433}"/>
              </a:ext>
            </a:extLst>
          </p:cNvPr>
          <p:cNvSpPr/>
          <p:nvPr/>
        </p:nvSpPr>
        <p:spPr>
          <a:xfrm>
            <a:off x="530675" y="3825993"/>
            <a:ext cx="1855871" cy="5748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0000" rIns="46800" bIns="46800" rtlCol="0" anchor="t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Постоянство хранения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2585FB3-BC89-93AB-8A61-BD0CA73B7AF4}"/>
              </a:ext>
            </a:extLst>
          </p:cNvPr>
          <p:cNvSpPr/>
          <p:nvPr/>
        </p:nvSpPr>
        <p:spPr>
          <a:xfrm>
            <a:off x="530675" y="4676225"/>
            <a:ext cx="1855871" cy="5748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0000" rIns="46800" bIns="46800" rtlCol="0" anchor="t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Логическая связанность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E6B8B5E-362B-3A02-0B25-897819CE2C0D}"/>
              </a:ext>
            </a:extLst>
          </p:cNvPr>
          <p:cNvSpPr/>
          <p:nvPr/>
        </p:nvSpPr>
        <p:spPr>
          <a:xfrm>
            <a:off x="530675" y="5526457"/>
            <a:ext cx="1855871" cy="5748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90000" rIns="46800" bIns="46800" rtlCol="0" anchor="t"/>
          <a:lstStyle/>
          <a:p>
            <a:pPr algn="l"/>
            <a:r>
              <a:rPr lang="ru-RU" sz="1200" dirty="0">
                <a:solidFill>
                  <a:schemeClr val="tx1"/>
                </a:solidFill>
              </a:rPr>
              <a:t>Многоразовость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22720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Что такое СУБД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5FB9A-D34B-CFA3-0FBE-714338355588}"/>
              </a:ext>
            </a:extLst>
          </p:cNvPr>
          <p:cNvSpPr txBox="1"/>
          <p:nvPr/>
        </p:nvSpPr>
        <p:spPr>
          <a:xfrm>
            <a:off x="281238" y="1216877"/>
            <a:ext cx="6097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Система управления базами данных (СУБД)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это комплекс программных средств, обеспечивающих создание, хранение, модификацию и извлечение данных из базы данных, а также управление доступом к ним.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FDAC0-62BE-F702-CA72-E38EF1DC3460}"/>
              </a:ext>
            </a:extLst>
          </p:cNvPr>
          <p:cNvSpPr txBox="1"/>
          <p:nvPr/>
        </p:nvSpPr>
        <p:spPr>
          <a:xfrm>
            <a:off x="6468477" y="1216877"/>
            <a:ext cx="581376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Основные функции СУБД: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Управление данными во внешней памяти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Управление транзакциями 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Поддержка языков запросов 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Управление метаданными 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Разграничение доступа 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Восстановление после сбоев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i="0" dirty="0">
                <a:solidFill>
                  <a:schemeClr val="tx1"/>
                </a:solidFill>
                <a:effectLst/>
                <a:latin typeface="+mn-lt"/>
              </a:rPr>
              <a:t>Поддержка ограничений целостности</a:t>
            </a:r>
            <a:endParaRPr lang="ru-RU" sz="120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9" name="Рисунок 8" descr="СУБД - что это: Системы Управления Базами Данных">
            <a:extLst>
              <a:ext uri="{FF2B5EF4-FFF2-40B4-BE49-F238E27FC236}">
                <a16:creationId xmlns:a16="http://schemas.microsoft.com/office/drawing/2014/main" id="{0F6550D7-F8F9-5AAE-0A99-7AA43E39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773" y="3116178"/>
            <a:ext cx="4201885" cy="32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5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69CE4-D2B6-BC6F-0B76-CBCF7303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4B41-CF05-AD88-6EEB-8AF9AD5B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Классификация СУБД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CCD74-F913-1A38-8790-7EA192E4CA75}"/>
              </a:ext>
            </a:extLst>
          </p:cNvPr>
          <p:cNvSpPr txBox="1"/>
          <p:nvPr/>
        </p:nvSpPr>
        <p:spPr>
          <a:xfrm>
            <a:off x="606090" y="1196823"/>
            <a:ext cx="6097002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 модели данных: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реляционные, иерархические, сетевые, объектно-ориентированные, документные,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графовые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колоночные.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 архитектуре: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локальные, клиент-серверные, распределённые, встраиваемые, облачные.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 степени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распределённости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централизованные и распределённые.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 назначению: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OLTP (транзакционные) и OLAP (аналитические).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Примеры: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PostgreSQL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MySQL, Oracle, Microsoft SQL Server,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MongoDB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Redis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Neo4j.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5" name="Рисунок 4" descr="Виды баз данных. Большой обзор типов СУБД / Хабр">
            <a:extLst>
              <a:ext uri="{FF2B5EF4-FFF2-40B4-BE49-F238E27FC236}">
                <a16:creationId xmlns:a16="http://schemas.microsoft.com/office/drawing/2014/main" id="{5E5A263B-434F-2228-2740-7CD640FA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009" y="1852863"/>
            <a:ext cx="4847389" cy="272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A8170-2D51-31E1-971D-D4363B84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607B-8F59-66C1-6504-B944E3D9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Преимущества использования БД и СУБД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BCA49-F8D0-E95A-58DA-868762FA9747}"/>
              </a:ext>
            </a:extLst>
          </p:cNvPr>
          <p:cNvSpPr txBox="1"/>
          <p:nvPr/>
        </p:nvSpPr>
        <p:spPr>
          <a:xfrm>
            <a:off x="1027195" y="1240267"/>
            <a:ext cx="6097002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Централизованное хранение и управление данными;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Снижение избыточности данных;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Обеспечение целостности и согласованности;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Возможность совместного доступа многих пользователей;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Безопасность и разграничение прав;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Независимость данных от приложений;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Возможность восстановления после сбоев.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67278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Итого: </a:t>
            </a:r>
            <a:r>
              <a:rPr lang="en-US" dirty="0" err="1"/>
              <a:t>Ключевые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579D-C50E-476B-B338-0D797B92901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08906" y="1323786"/>
            <a:ext cx="10752830" cy="4767047"/>
          </a:xfrm>
        </p:spPr>
        <p:txBody>
          <a:bodyPr/>
          <a:lstStyle/>
          <a:p>
            <a:pPr lvl="0"/>
            <a:r>
              <a:rPr lang="ru-RU" dirty="0"/>
              <a:t>Данные – информация, хранящаяся в базе.</a:t>
            </a:r>
          </a:p>
          <a:p>
            <a:pPr lvl="0"/>
            <a:r>
              <a:rPr lang="ru-RU" dirty="0"/>
              <a:t>Метаданные – описание структуры и характеристик данных.</a:t>
            </a:r>
          </a:p>
          <a:p>
            <a:pPr lvl="0"/>
            <a:r>
              <a:rPr lang="ru-RU" dirty="0"/>
              <a:t>Система управления базами данных (СУБД) – программное обеспечение для работы с данными.</a:t>
            </a:r>
          </a:p>
          <a:p>
            <a:pPr lvl="0"/>
            <a:r>
              <a:rPr lang="ru-RU" dirty="0"/>
              <a:t>Пользователи – лица, взаимодействующие с системой.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0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2C54-3F50-42D8-A44E-6B679E08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Модели данных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7EDBA-AAB4-876F-59CC-3773BB740C9B}"/>
              </a:ext>
            </a:extLst>
          </p:cNvPr>
          <p:cNvSpPr txBox="1"/>
          <p:nvPr/>
        </p:nvSpPr>
        <p:spPr>
          <a:xfrm>
            <a:off x="539917" y="1271982"/>
            <a:ext cx="6097002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Модель данных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это абстрактное описание структуры данных, их связей и правил манипулирования ими. Модель данных определяет способ представления информации в базе данных.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Принято выделять три уровня моделей: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Концептуальная (инфологическая)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описание предметной области без привязки к СУБД;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Логическая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даталогическая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описание структуры в терминах выбранной модели данных (например, реляционной);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Физическая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описание способов хранения на носителях (файлы, индексы, страницы).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7" name="Рисунок 6" descr="Моделирование данных: обзор / Хабр">
            <a:extLst>
              <a:ext uri="{FF2B5EF4-FFF2-40B4-BE49-F238E27FC236}">
                <a16:creationId xmlns:a16="http://schemas.microsoft.com/office/drawing/2014/main" id="{5894EE43-BD6E-7012-3BD9-DE57239D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919" y="1271982"/>
            <a:ext cx="52387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7BAF-7AF6-EDE0-94B5-A2412B75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5218-B960-971B-8458-0551C507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Обзор основных моделей данных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DDB7D-882E-5C61-BB8F-F0FD078E0E42}"/>
              </a:ext>
            </a:extLst>
          </p:cNvPr>
          <p:cNvSpPr txBox="1"/>
          <p:nvPr/>
        </p:nvSpPr>
        <p:spPr>
          <a:xfrm>
            <a:off x="502100" y="772459"/>
            <a:ext cx="6097002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Иерархическая модель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Данные организованы в виде дерева: каждый узел имеет одного родителя и множество потомков. Пример — файловая система, каталог Windows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Registry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Ограничение: жёсткая структура, сложность реализации связей «многие-ко-многим».</a:t>
            </a:r>
          </a:p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Сетевая модель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Развитие иерархической модели: узел может иметь несколько родителей. Реализована в СУБД IDMS, CODASYL. Сложна в проектировании и использовании, уступила место реляционной.</a:t>
            </a:r>
          </a:p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Реляционная модель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Наиболее распространённая модель. Данные представлены в виде отношений (таблиц). Подробно рассмотрим её далее.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9" name="Рисунок 8" descr="Иерархическая база данных. Иерархическая модель данных. Концептуальная  модель и иерархическая структура данных. | IT-блог о веб-технологиях,  серверах, протоколах, базах данных, СУБД, SQL, компьютерных сетях, языках  программирования и создание сайтов.">
            <a:extLst>
              <a:ext uri="{FF2B5EF4-FFF2-40B4-BE49-F238E27FC236}">
                <a16:creationId xmlns:a16="http://schemas.microsoft.com/office/drawing/2014/main" id="{E9D1E3DF-9512-2B39-5AB8-1C039F0BC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222" y="987513"/>
            <a:ext cx="1895653" cy="11598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50AF006-9791-30C0-90EC-E0134B7B1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579" y="2329219"/>
            <a:ext cx="2003296" cy="158563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37F7AF8-DD24-8A5C-6B58-666EE447A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238" y="4096752"/>
            <a:ext cx="3141674" cy="224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8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8EC8D-2BC0-545B-852B-DCD89D79A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99DE-0CF7-01D3-3DCA-B10C7C10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Обзор основных моделей данных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9818D-9264-F7AA-B0C2-B5C05D1935D4}"/>
              </a:ext>
            </a:extLst>
          </p:cNvPr>
          <p:cNvSpPr txBox="1"/>
          <p:nvPr/>
        </p:nvSpPr>
        <p:spPr>
          <a:xfrm>
            <a:off x="551949" y="985592"/>
            <a:ext cx="6097002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Объектно-ориентированная модель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Данные представлены в виде объектов с атрибутами и методами, поддерживается наследование и инкапсуляция. Применяется в сложных предметных областях (САПР, ГИС).</a:t>
            </a:r>
          </a:p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Документная модель (</a:t>
            </a:r>
            <a:r>
              <a:rPr lang="ru-RU" sz="1800" b="1" dirty="0" err="1">
                <a:solidFill>
                  <a:schemeClr val="tx1"/>
                </a:solidFill>
                <a:effectLst/>
                <a:latin typeface="+mn-lt"/>
              </a:rPr>
              <a:t>NoSQL</a:t>
            </a: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Данные хранятся в виде документов (обычно JSON/BSON). Пример —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MongoDB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Гибкая схема, удобна для слабоструктурированных данных.</a:t>
            </a:r>
          </a:p>
          <a:p>
            <a:pPr marL="0" marR="0" indent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dirty="0">
                <a:solidFill>
                  <a:schemeClr val="tx1"/>
                </a:solidFill>
                <a:effectLst/>
                <a:latin typeface="+mn-lt"/>
              </a:rPr>
              <a:t>Колоночная модель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Данные хранятся по столбцам, а не по строкам. Эффективна для аналитических задач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ClickHouse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Cassandra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5" name="Рисунок 4" descr="2.2 Объектно-ориентированные базы данных в стандарте ODMG">
            <a:extLst>
              <a:ext uri="{FF2B5EF4-FFF2-40B4-BE49-F238E27FC236}">
                <a16:creationId xmlns:a16="http://schemas.microsoft.com/office/drawing/2014/main" id="{69194416-FACE-3915-977C-7C6CEDD6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002" y="985592"/>
            <a:ext cx="1811756" cy="18389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2FDBE6-ADCC-1B4C-8B96-6EA5C131D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532" y="2824524"/>
            <a:ext cx="3178342" cy="1733190"/>
          </a:xfrm>
          <a:prstGeom prst="rect">
            <a:avLst/>
          </a:prstGeom>
        </p:spPr>
      </p:pic>
      <p:pic>
        <p:nvPicPr>
          <p:cNvPr id="10" name="Рисунок 9" descr="Что такое колоночная база данных? - ClickHouse Documentation">
            <a:extLst>
              <a:ext uri="{FF2B5EF4-FFF2-40B4-BE49-F238E27FC236}">
                <a16:creationId xmlns:a16="http://schemas.microsoft.com/office/drawing/2014/main" id="{70A4500D-06B3-58D8-09F0-5C7294278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32" y="4755651"/>
            <a:ext cx="3232484" cy="132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6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9963-2DDC-DB33-D3C0-18BDFA49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3AD8-4073-8FC7-BB36-76D33E05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Реляционная модель данных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AEFF5-C54D-694D-5066-7B9FCB9928A5}"/>
              </a:ext>
            </a:extLst>
          </p:cNvPr>
          <p:cNvSpPr txBox="1"/>
          <p:nvPr/>
        </p:nvSpPr>
        <p:spPr>
          <a:xfrm>
            <a:off x="756485" y="721487"/>
            <a:ext cx="6097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Реляционная модель предложена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Эдгаром Ф. Коддом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в 1970 году в работе «A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Relational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Model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of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Data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for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Large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Shared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Data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Banks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». За эту работу он получил премию Тьюринга. Модель основана на математическом понятии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отношения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из теории множеств и реляционной алгебре.</a:t>
            </a:r>
            <a:endParaRPr lang="ru-RU" dirty="0"/>
          </a:p>
        </p:txBody>
      </p:sp>
      <p:pic>
        <p:nvPicPr>
          <p:cNvPr id="8" name="Рисунок 7" descr="Кодд, Эдгар — Википедия">
            <a:extLst>
              <a:ext uri="{FF2B5EF4-FFF2-40B4-BE49-F238E27FC236}">
                <a16:creationId xmlns:a16="http://schemas.microsoft.com/office/drawing/2014/main" id="{CA0BCE60-83D8-BF1F-CA5A-0A671C102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936" y="2836193"/>
            <a:ext cx="2120005" cy="3014225"/>
          </a:xfrm>
          <a:prstGeom prst="rect">
            <a:avLst/>
          </a:prstGeom>
        </p:spPr>
      </p:pic>
      <p:pic>
        <p:nvPicPr>
          <p:cNvPr id="9" name="Рисунок 8" descr="Множества. Свойства и операции над ними. Объединение, пересечение,  разность, симметричная разность и дополнение множеств. Свойства множеств  относительное операций. Закон де Моргана. Законы поглощения, операции с  множествами. - Инженерный справочник ...">
            <a:extLst>
              <a:ext uri="{FF2B5EF4-FFF2-40B4-BE49-F238E27FC236}">
                <a16:creationId xmlns:a16="http://schemas.microsoft.com/office/drawing/2014/main" id="{BE81CE5F-3B54-FDCC-28FF-F4D20EFC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345" y="947487"/>
            <a:ext cx="39841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11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CBCA-D4BF-248A-B22C-4EC35A1E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F913-6FD8-48ED-30B8-C1D53616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Реляционная модель данных</a:t>
            </a:r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4A283D3-46F8-FA6A-888F-B78656CA8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859235"/>
              </p:ext>
            </p:extLst>
          </p:nvPr>
        </p:nvGraphicFramePr>
        <p:xfrm>
          <a:off x="808906" y="1032849"/>
          <a:ext cx="9929277" cy="49782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9759">
                  <a:extLst>
                    <a:ext uri="{9D8B030D-6E8A-4147-A177-3AD203B41FA5}">
                      <a16:colId xmlns:a16="http://schemas.microsoft.com/office/drawing/2014/main" val="1091287137"/>
                    </a:ext>
                  </a:extLst>
                </a:gridCol>
                <a:gridCol w="3309759">
                  <a:extLst>
                    <a:ext uri="{9D8B030D-6E8A-4147-A177-3AD203B41FA5}">
                      <a16:colId xmlns:a16="http://schemas.microsoft.com/office/drawing/2014/main" val="3826025932"/>
                    </a:ext>
                  </a:extLst>
                </a:gridCol>
                <a:gridCol w="3309759">
                  <a:extLst>
                    <a:ext uri="{9D8B030D-6E8A-4147-A177-3AD203B41FA5}">
                      <a16:colId xmlns:a16="http://schemas.microsoft.com/office/drawing/2014/main" val="1811980299"/>
                    </a:ext>
                  </a:extLst>
                </a:gridCol>
              </a:tblGrid>
              <a:tr h="45555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Понятие</a:t>
                      </a:r>
                      <a:endParaRPr lang="ru-RU" sz="11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b="1">
                          <a:effectLst/>
                        </a:rPr>
                        <a:t>Определение</a:t>
                      </a:r>
                      <a:endParaRPr lang="ru-RU" sz="1100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b="1" dirty="0">
                          <a:effectLst/>
                        </a:rPr>
                        <a:t>Термин SQL</a:t>
                      </a:r>
                      <a:endParaRPr lang="ru-RU" sz="1100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extLst>
                  <a:ext uri="{0D108BD9-81ED-4DB2-BD59-A6C34878D82A}">
                    <a16:rowId xmlns:a16="http://schemas.microsoft.com/office/drawing/2014/main" val="1738999552"/>
                  </a:ext>
                </a:extLst>
              </a:tr>
              <a:tr h="72231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Отношение</a:t>
                      </a:r>
                      <a:endParaRPr lang="ru-RU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Множество кортежей, соответствующих одной схеме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Таблица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572654075"/>
                  </a:ext>
                </a:extLst>
              </a:tr>
              <a:tr h="72231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Кортеж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Упорядоченный набор значений атрибутов</a:t>
                      </a:r>
                      <a:endParaRPr lang="ru-RU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Строка (запись)</a:t>
                      </a:r>
                      <a:endParaRPr lang="ru-RU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414477601"/>
                  </a:ext>
                </a:extLst>
              </a:tr>
              <a:tr h="72231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Атрибут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Именованная характеристика отношения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Столбец (поле)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3368952305"/>
                  </a:ext>
                </a:extLst>
              </a:tr>
              <a:tr h="72231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Домен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Множество допустимых значений атрибута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Тип данных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1407845274"/>
                  </a:ext>
                </a:extLst>
              </a:tr>
              <a:tr h="72231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Схема отношения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Имя отношения + список атрибутов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Описание таблицы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840224931"/>
                  </a:ext>
                </a:extLst>
              </a:tr>
              <a:tr h="45555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Степень отношения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Количество атрибутов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Число столбцов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1366441026"/>
                  </a:ext>
                </a:extLst>
              </a:tr>
              <a:tr h="45555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Кардинальность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89466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Количество кортежей</a:t>
                      </a:r>
                      <a:endParaRPr lang="ru-RU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149110" marT="93194" marB="93194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Число строк</a:t>
                      </a:r>
                      <a:endParaRPr lang="ru-RU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49110" marR="89466" marT="93194" marB="93194" anchor="ctr"/>
                </a:tc>
                <a:extLst>
                  <a:ext uri="{0D108BD9-81ED-4DB2-BD59-A6C34878D82A}">
                    <a16:rowId xmlns:a16="http://schemas.microsoft.com/office/drawing/2014/main" val="2064383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42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1538C-BC7B-70E7-DE99-8FFC6D3B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346C-01D3-51A3-0D88-F26CA31A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Свойство отношений</a:t>
            </a:r>
            <a:endParaRPr lang="en-US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A4F3DFA-28D7-33F0-6401-1B2A24919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750729"/>
              </p:ext>
            </p:extLst>
          </p:nvPr>
        </p:nvGraphicFramePr>
        <p:xfrm>
          <a:off x="911362" y="1301637"/>
          <a:ext cx="8969544" cy="42547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4772">
                  <a:extLst>
                    <a:ext uri="{9D8B030D-6E8A-4147-A177-3AD203B41FA5}">
                      <a16:colId xmlns:a16="http://schemas.microsoft.com/office/drawing/2014/main" val="3264486674"/>
                    </a:ext>
                  </a:extLst>
                </a:gridCol>
                <a:gridCol w="4484772">
                  <a:extLst>
                    <a:ext uri="{9D8B030D-6E8A-4147-A177-3AD203B41FA5}">
                      <a16:colId xmlns:a16="http://schemas.microsoft.com/office/drawing/2014/main" val="3602945915"/>
                    </a:ext>
                  </a:extLst>
                </a:gridCol>
              </a:tblGrid>
              <a:tr h="5204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>
                          <a:effectLst/>
                        </a:rPr>
                        <a:t>Реляционная модель</a:t>
                      </a:r>
                      <a:endParaRPr lang="ru-RU" sz="1125" b="1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b="1" dirty="0">
                          <a:effectLst/>
                        </a:rPr>
                        <a:t>SQL</a:t>
                      </a:r>
                      <a:endParaRPr lang="ru-RU" sz="1125" b="1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66726342"/>
                  </a:ext>
                </a:extLst>
              </a:tr>
              <a:tr h="5204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Отношение — множество (нет дубликатов)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Таблица может содержать дубликаты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47946532"/>
                  </a:ext>
                </a:extLst>
              </a:tr>
              <a:tr h="5204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Порядок кортежей не важен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ORDER BY задаёт порядок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11891251"/>
                  </a:ext>
                </a:extLst>
              </a:tr>
              <a:tr h="8261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Порядок атрибутов не важен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Порядок столбцов в SELECT имеет значение для вывода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98939064"/>
                  </a:ext>
                </a:extLst>
              </a:tr>
              <a:tr h="5204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NULL отсутствует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NULL — полноценная часть модели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733421967"/>
                  </a:ext>
                </a:extLst>
              </a:tr>
              <a:tr h="52049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Домены строгие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Типы и проверки слабее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222516505"/>
                  </a:ext>
                </a:extLst>
              </a:tr>
              <a:tr h="8261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>
                          <a:effectLst/>
                        </a:rPr>
                        <a:t>Замкнутость операций</a:t>
                      </a:r>
                      <a:endParaRPr lang="ru-RU" sz="1125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ru-RU" sz="1125" dirty="0">
                          <a:effectLst/>
                        </a:rPr>
                        <a:t>Результат запроса — «мультимножество», а не отношение</a:t>
                      </a:r>
                      <a:endParaRPr lang="ru-RU" sz="1125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91504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044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8F6E-F497-B16D-576A-5E72E9EF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D8CD-C4B4-D8B0-8941-42E04500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Ключи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3FED2-ADE4-541E-B3C4-1EF503300E7B}"/>
              </a:ext>
            </a:extLst>
          </p:cNvPr>
          <p:cNvSpPr txBox="1"/>
          <p:nvPr/>
        </p:nvSpPr>
        <p:spPr>
          <a:xfrm>
            <a:off x="744454" y="1165325"/>
            <a:ext cx="6097002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Первичный ключ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Primary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Key)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атрибут или набор атрибутов, однозначно идентифицирующий кортеж. Не может быть NULL, должен быть уникальным.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Потенциальный ключ (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Candidate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Key)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любой атрибут, способный быть первичным ключом.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Внешний ключ (Foreign Key)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атрибут, ссылающийся на первичный ключ другого отношения. Обеспечивает ссылочную целостность.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Составной ключ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ключ из нескольких атрибутов.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Суррогатный ключ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искусственный ключ (например,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автоинкремент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ID), не несущий смысловой нагрузки.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69827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BAD6C-9AD4-9716-0A0B-E518FB8E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E198-3CFB-081C-D5E2-C026620F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Целостность реляционной модели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5B20B-A97C-82BC-F770-BC9B06F285C3}"/>
              </a:ext>
            </a:extLst>
          </p:cNvPr>
          <p:cNvSpPr txBox="1"/>
          <p:nvPr/>
        </p:nvSpPr>
        <p:spPr>
          <a:xfrm>
            <a:off x="612106" y="1363212"/>
            <a:ext cx="6097002" cy="221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Выделяют два основных вида ограничений целостности: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Целостность сущностей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первичный ключ не может быть NULL и должен быть уникальным.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Ссылочная целостность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значение внешнего ключа должно либо совпадать со значением существующего первичного ключа в связанной таблице, либо быть NULL.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Дополнительно —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доменная целостность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(значения соответствуют типу и ограничениям, например CHECK).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75638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5441-668F-1EEE-514B-B5F084069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55505-EE8D-FC74-E7DE-56F2EA032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Реляционная алгебра и реляционное исчисление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A5211-56EE-5C37-A249-62220AC5A9C0}"/>
              </a:ext>
            </a:extLst>
          </p:cNvPr>
          <p:cNvSpPr txBox="1"/>
          <p:nvPr/>
        </p:nvSpPr>
        <p:spPr>
          <a:xfrm>
            <a:off x="754764" y="699173"/>
            <a:ext cx="8401268" cy="601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Кодд предложил два формальных способа работы с отношениями: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Реляционная алгебра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процедурный язык, операции:</a:t>
            </a: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Выборка (σ,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selection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фильтрация строк по условию;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Проекция (π,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projection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выбор подмножества столбцов;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Объединение (∪)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разность (−)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пересечение (∩)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теоретико-множественные операции;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Декартово произведение (×)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Соединение (⋈,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естественное, внутреннее, внешнее;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Деление (÷)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Реляционное исчисление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— декларативный подход: описывается, 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+mn-lt"/>
              </a:rPr>
              <a:t>что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 нужно получить, а не </a:t>
            </a:r>
            <a:r>
              <a:rPr lang="ru-RU" sz="1800" b="0" i="1" dirty="0">
                <a:solidFill>
                  <a:schemeClr val="tx1"/>
                </a:solidFill>
                <a:effectLst/>
                <a:latin typeface="+mn-lt"/>
              </a:rPr>
              <a:t>как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 Бывает исчисление кортежей и исчисление доменов.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Именно на этих формализмах основан язык 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202204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F680A-B744-1A52-B78F-CDA33844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581B-9166-1954-3B89-61AC3054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6" y="236622"/>
            <a:ext cx="9072000" cy="332399"/>
          </a:xfrm>
        </p:spPr>
        <p:txBody>
          <a:bodyPr/>
          <a:lstStyle/>
          <a:p>
            <a:r>
              <a:rPr lang="ru-RU" dirty="0"/>
              <a:t>Достоинства и ограничения реляционной модели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C94BB-0955-A61C-6E4A-DCB9E0D65026}"/>
              </a:ext>
            </a:extLst>
          </p:cNvPr>
          <p:cNvSpPr txBox="1"/>
          <p:nvPr/>
        </p:nvSpPr>
        <p:spPr>
          <a:xfrm>
            <a:off x="799817" y="537661"/>
            <a:ext cx="10583277" cy="5588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Достоинства: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Простота и наглядность (таблицы);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Строгая математическая основа;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Развитый язык запросов SQL;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Гибкость при изменении запросов;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Независимость данных от приложений;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Хорошо развитые средства обеспечения целостности.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Ограничения:</a:t>
            </a:r>
            <a:endParaRPr lang="ru-RU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Сложность представления слабоструктурированных данных;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Проблемы масштабирования при больших объёмах (решается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шардированием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NoSQL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Неэффективность для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графовых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и иерархических структур.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769881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25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41">
      <a:dk1>
        <a:srgbClr val="000000"/>
      </a:dk1>
      <a:lt1>
        <a:srgbClr val="FFFFFF"/>
      </a:lt1>
      <a:dk2>
        <a:srgbClr val="F1F2F1"/>
      </a:dk2>
      <a:lt2>
        <a:srgbClr val="5E5C5C"/>
      </a:lt2>
      <a:accent1>
        <a:srgbClr val="EB8B2D"/>
      </a:accent1>
      <a:accent2>
        <a:srgbClr val="CD441F"/>
      </a:accent2>
      <a:accent3>
        <a:srgbClr val="88192B"/>
      </a:accent3>
      <a:accent4>
        <a:srgbClr val="FEDE5D"/>
      </a:accent4>
      <a:accent5>
        <a:srgbClr val="4DA958"/>
      </a:accent5>
      <a:accent6>
        <a:srgbClr val="B5DCA4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90000" rIns="46800" bIns="4680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 anchor="t">
        <a:spAutoFit/>
      </a:bodyPr>
      <a:lstStyle>
        <a:defPPr algn="l">
          <a:defRPr sz="120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16749</TotalTime>
  <Words>1004</Words>
  <Application>Microsoft Office PowerPoint</Application>
  <PresentationFormat>Широкоэкранный</PresentationFormat>
  <Paragraphs>132</Paragraphs>
  <Slides>16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quote-cjk-patch</vt:lpstr>
      <vt:lpstr>Тема Office</vt:lpstr>
      <vt:lpstr>Слайд think-cell</vt:lpstr>
      <vt:lpstr>Введение в базы данных и СУБД. Модели данных. Реляционная модель данных </vt:lpstr>
      <vt:lpstr>База данных: что это и зачем?</vt:lpstr>
      <vt:lpstr>Что такое СУБД?</vt:lpstr>
      <vt:lpstr>Классификация СУБД</vt:lpstr>
      <vt:lpstr>Преимущества использования БД и СУБД</vt:lpstr>
      <vt:lpstr>Итого: Ключевые элементы БД</vt:lpstr>
      <vt:lpstr>Модели данных</vt:lpstr>
      <vt:lpstr>Обзор основных моделей данных</vt:lpstr>
      <vt:lpstr>Обзор основных моделей данных</vt:lpstr>
      <vt:lpstr>Реляционная модель данных</vt:lpstr>
      <vt:lpstr>Реляционная модель данных</vt:lpstr>
      <vt:lpstr>Свойство отношений</vt:lpstr>
      <vt:lpstr>Ключи</vt:lpstr>
      <vt:lpstr>Целостность реляционной модели</vt:lpstr>
      <vt:lpstr>Реляционная алгебра и реляционное исчисление</vt:lpstr>
      <vt:lpstr>Достоинства и ограничения реляционной модели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m9990007889@gmail.com</dc:creator>
  <cp:lastModifiedBy>Vitaliy Vyacheslavovich</cp:lastModifiedBy>
  <cp:revision>1143</cp:revision>
  <cp:lastPrinted>2023-10-27T04:49:26Z</cp:lastPrinted>
  <dcterms:created xsi:type="dcterms:W3CDTF">2021-03-31T07:59:31Z</dcterms:created>
  <dcterms:modified xsi:type="dcterms:W3CDTF">2026-10-09T11:39:00Z</dcterms:modified>
</cp:coreProperties>
</file>